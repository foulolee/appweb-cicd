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sldIdLst>
    <p:sldId id="256" r:id="rId5"/>
    <p:sldId id="263" r:id="rId6"/>
    <p:sldId id="2147480254" r:id="rId7"/>
    <p:sldId id="2147480255" r:id="rId8"/>
    <p:sldId id="2147480244" r:id="rId9"/>
    <p:sldId id="273" r:id="rId10"/>
    <p:sldId id="2147480256" r:id="rId11"/>
    <p:sldId id="2147480259" r:id="rId12"/>
    <p:sldId id="2147480260" r:id="rId13"/>
    <p:sldId id="2147480261" r:id="rId14"/>
    <p:sldId id="2147480266" r:id="rId15"/>
    <p:sldId id="2147480262" r:id="rId16"/>
    <p:sldId id="2147480263" r:id="rId17"/>
    <p:sldId id="2147480264" r:id="rId18"/>
    <p:sldId id="2147480265" r:id="rId19"/>
    <p:sldId id="2147480246" r:id="rId20"/>
    <p:sldId id="2147480252" r:id="rId21"/>
    <p:sldId id="292" r:id="rId22"/>
    <p:sldId id="281" r:id="rId23"/>
    <p:sldId id="264" r:id="rId24"/>
  </p:sldIdLst>
  <p:sldSz cx="12192000" cy="6858000"/>
  <p:notesSz cx="6858000" cy="9144000"/>
  <p:embeddedFontLst>
    <p:embeddedFont>
      <p:font typeface="Pretendard Black" panose="02000A03000000020004" pitchFamily="2" charset="-127"/>
      <p:bold r:id="rId25"/>
    </p:embeddedFont>
    <p:embeddedFont>
      <p:font typeface="Pretendard ExtraBold" panose="02000903000000020004" pitchFamily="2" charset="-127"/>
      <p:bold r:id="rId26"/>
    </p:embeddedFont>
    <p:embeddedFont>
      <p:font typeface="Pretendard Medium" panose="02000603000000020004" pitchFamily="2" charset="-127"/>
      <p:regular r:id="rId27"/>
    </p:embeddedFont>
    <p:embeddedFont>
      <p:font typeface="Proxima Nova Bold" panose="02000506030000020004" pitchFamily="2" charset="0"/>
      <p:bold r:id="rId28"/>
    </p:embeddedFont>
    <p:embeddedFont>
      <p:font typeface="Proxima Nova Rg" panose="02000506030000020004" pitchFamily="2" charset="0"/>
      <p:regular r:id="rId29"/>
    </p:embeddedFont>
    <p:embeddedFont>
      <p:font typeface="SUIT" pitchFamily="2" charset="-127"/>
      <p:regular r:id="rId30"/>
      <p:bold r:id="rId31"/>
    </p:embeddedFont>
    <p:embeddedFont>
      <p:font typeface="SUIT ExtraBold" pitchFamily="2" charset="-127"/>
      <p:bold r:id="rId32"/>
    </p:embeddedFont>
    <p:embeddedFont>
      <p:font typeface="SUIT SemiBold" pitchFamily="2" charset="-127"/>
      <p:bold r:id="rId33"/>
    </p:embeddedFont>
    <p:embeddedFont>
      <p:font typeface="Trebuchet MS" panose="020B0603020202020204" pitchFamily="34" charset="0"/>
      <p:regular r:id="rId34"/>
      <p:bold r:id="rId35"/>
      <p:italic r:id="rId36"/>
      <p:boldItalic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1A"/>
    <a:srgbClr val="D21430"/>
    <a:srgbClr val="CC1F3C"/>
    <a:srgbClr val="4274B9"/>
    <a:srgbClr val="1C2E5B"/>
    <a:srgbClr val="BBBBBB"/>
    <a:srgbClr val="9D9D9C"/>
    <a:srgbClr val="1C1C1B"/>
    <a:srgbClr val="E26404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1CE6EB-5A36-4613-A5EF-AB0EE20735EB}" v="445" dt="2025-07-21T01:01:17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84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기복 이" userId="b0430539663acfc1" providerId="LiveId" clId="{6A21C3A9-0674-4C7E-81DB-63BFB087C153}"/>
    <pc:docChg chg="undo redo custSel addSld delSld modSld sldOrd">
      <pc:chgData name="기복 이" userId="b0430539663acfc1" providerId="LiveId" clId="{6A21C3A9-0674-4C7E-81DB-63BFB087C153}" dt="2025-06-10T02:13:46.115" v="638" actId="404"/>
      <pc:docMkLst>
        <pc:docMk/>
      </pc:docMkLst>
      <pc:sldChg chg="add del">
        <pc:chgData name="기복 이" userId="b0430539663acfc1" providerId="LiveId" clId="{6A21C3A9-0674-4C7E-81DB-63BFB087C153}" dt="2025-06-09T23:32:21.067" v="450" actId="47"/>
        <pc:sldMkLst>
          <pc:docMk/>
          <pc:sldMk cId="1634357201" sldId="256"/>
        </pc:sldMkLst>
      </pc:sldChg>
      <pc:sldChg chg="add del">
        <pc:chgData name="기복 이" userId="b0430539663acfc1" providerId="LiveId" clId="{6A21C3A9-0674-4C7E-81DB-63BFB087C153}" dt="2025-06-09T23:32:21.996" v="451" actId="47"/>
        <pc:sldMkLst>
          <pc:docMk/>
          <pc:sldMk cId="4256434584" sldId="262"/>
        </pc:sldMkLst>
      </pc:sldChg>
      <pc:sldChg chg="add del">
        <pc:chgData name="기복 이" userId="b0430539663acfc1" providerId="LiveId" clId="{6A21C3A9-0674-4C7E-81DB-63BFB087C153}" dt="2025-06-09T23:32:19.219" v="449" actId="47"/>
        <pc:sldMkLst>
          <pc:docMk/>
          <pc:sldMk cId="1664112583" sldId="263"/>
        </pc:sldMkLst>
      </pc:sldChg>
      <pc:sldChg chg="add del">
        <pc:chgData name="기복 이" userId="b0430539663acfc1" providerId="LiveId" clId="{6A21C3A9-0674-4C7E-81DB-63BFB087C153}" dt="2025-06-09T23:34:38.192" v="471" actId="47"/>
        <pc:sldMkLst>
          <pc:docMk/>
          <pc:sldMk cId="122138398" sldId="264"/>
        </pc:sldMkLst>
      </pc:sldChg>
      <pc:sldChg chg="add del">
        <pc:chgData name="기복 이" userId="b0430539663acfc1" providerId="LiveId" clId="{6A21C3A9-0674-4C7E-81DB-63BFB087C153}" dt="2025-06-09T23:33:08.070" v="457" actId="47"/>
        <pc:sldMkLst>
          <pc:docMk/>
          <pc:sldMk cId="2307820756" sldId="265"/>
        </pc:sldMkLst>
      </pc:sldChg>
      <pc:sldChg chg="modSp add del mod">
        <pc:chgData name="기복 이" userId="b0430539663acfc1" providerId="LiveId" clId="{6A21C3A9-0674-4C7E-81DB-63BFB087C153}" dt="2025-06-09T23:33:11.619" v="458" actId="47"/>
        <pc:sldMkLst>
          <pc:docMk/>
          <pc:sldMk cId="2418988528" sldId="272"/>
        </pc:sldMkLst>
      </pc:sldChg>
      <pc:sldChg chg="modSp add del mod">
        <pc:chgData name="기복 이" userId="b0430539663acfc1" providerId="LiveId" clId="{6A21C3A9-0674-4C7E-81DB-63BFB087C153}" dt="2025-06-09T23:33:12.425" v="459" actId="47"/>
        <pc:sldMkLst>
          <pc:docMk/>
          <pc:sldMk cId="639737516" sldId="273"/>
        </pc:sldMkLst>
      </pc:sldChg>
      <pc:sldChg chg="modSp add del mod">
        <pc:chgData name="기복 이" userId="b0430539663acfc1" providerId="LiveId" clId="{6A21C3A9-0674-4C7E-81DB-63BFB087C153}" dt="2025-06-09T23:56:43.478" v="622" actId="2711"/>
        <pc:sldMkLst>
          <pc:docMk/>
          <pc:sldMk cId="3824961894" sldId="281"/>
        </pc:sldMkLst>
        <pc:graphicFrameChg chg="modGraphic">
          <ac:chgData name="기복 이" userId="b0430539663acfc1" providerId="LiveId" clId="{6A21C3A9-0674-4C7E-81DB-63BFB087C153}" dt="2025-06-09T23:56:43.478" v="622" actId="2711"/>
          <ac:graphicFrameMkLst>
            <pc:docMk/>
            <pc:sldMk cId="3824961894" sldId="281"/>
            <ac:graphicFrameMk id="4" creationId="{BE04089D-38DF-8148-DB3F-8CFE521B6184}"/>
          </ac:graphicFrameMkLst>
        </pc:graphicFrameChg>
      </pc:sldChg>
      <pc:sldChg chg="modSp mod">
        <pc:chgData name="기복 이" userId="b0430539663acfc1" providerId="LiveId" clId="{6A21C3A9-0674-4C7E-81DB-63BFB087C153}" dt="2025-06-09T23:56:38.126" v="612" actId="20577"/>
        <pc:sldMkLst>
          <pc:docMk/>
          <pc:sldMk cId="4019604794" sldId="286"/>
        </pc:sldMkLst>
      </pc:sldChg>
      <pc:sldChg chg="modSp mod">
        <pc:chgData name="기복 이" userId="b0430539663acfc1" providerId="LiveId" clId="{6A21C3A9-0674-4C7E-81DB-63BFB087C153}" dt="2025-06-09T23:34:33.287" v="468" actId="2711"/>
        <pc:sldMkLst>
          <pc:docMk/>
          <pc:sldMk cId="1178506734" sldId="288"/>
        </pc:sldMkLst>
      </pc:sldChg>
      <pc:sldChg chg="modSp add del mod">
        <pc:chgData name="기복 이" userId="b0430539663acfc1" providerId="LiveId" clId="{6A21C3A9-0674-4C7E-81DB-63BFB087C153}" dt="2025-06-09T23:32:33.651" v="452" actId="47"/>
        <pc:sldMkLst>
          <pc:docMk/>
          <pc:sldMk cId="1440736454" sldId="289"/>
        </pc:sldMkLst>
      </pc:sldChg>
      <pc:sldChg chg="modSp add del mod">
        <pc:chgData name="기복 이" userId="b0430539663acfc1" providerId="LiveId" clId="{6A21C3A9-0674-4C7E-81DB-63BFB087C153}" dt="2025-06-09T23:32:35.049" v="453" actId="47"/>
        <pc:sldMkLst>
          <pc:docMk/>
          <pc:sldMk cId="1890872077" sldId="290"/>
        </pc:sldMkLst>
      </pc:sldChg>
      <pc:sldChg chg="modSp add del mod">
        <pc:chgData name="기복 이" userId="b0430539663acfc1" providerId="LiveId" clId="{6A21C3A9-0674-4C7E-81DB-63BFB087C153}" dt="2025-06-09T23:32:35.990" v="454" actId="47"/>
        <pc:sldMkLst>
          <pc:docMk/>
          <pc:sldMk cId="604019722" sldId="291"/>
        </pc:sldMkLst>
      </pc:sldChg>
      <pc:sldChg chg="modSp mod">
        <pc:chgData name="기복 이" userId="b0430539663acfc1" providerId="LiveId" clId="{6A21C3A9-0674-4C7E-81DB-63BFB087C153}" dt="2025-06-09T23:56:42.990" v="621" actId="20577"/>
        <pc:sldMkLst>
          <pc:docMk/>
          <pc:sldMk cId="62224206" sldId="292"/>
        </pc:sldMkLst>
        <pc:graphicFrameChg chg="mod modGraphic">
          <ac:chgData name="기복 이" userId="b0430539663acfc1" providerId="LiveId" clId="{6A21C3A9-0674-4C7E-81DB-63BFB087C153}" dt="2025-06-09T23:56:42.990" v="621" actId="20577"/>
          <ac:graphicFrameMkLst>
            <pc:docMk/>
            <pc:sldMk cId="62224206" sldId="292"/>
            <ac:graphicFrameMk id="4" creationId="{BE04089D-38DF-8148-DB3F-8CFE521B6184}"/>
          </ac:graphicFrameMkLst>
        </pc:graphicFrameChg>
      </pc:sldChg>
      <pc:sldChg chg="add del">
        <pc:chgData name="기복 이" userId="b0430539663acfc1" providerId="LiveId" clId="{6A21C3A9-0674-4C7E-81DB-63BFB087C153}" dt="2025-06-09T23:33:06.918" v="456" actId="47"/>
        <pc:sldMkLst>
          <pc:docMk/>
          <pc:sldMk cId="4289045255" sldId="294"/>
        </pc:sldMkLst>
      </pc:sldChg>
      <pc:sldChg chg="modSp add mod ord">
        <pc:chgData name="기복 이" userId="b0430539663acfc1" providerId="LiveId" clId="{6A21C3A9-0674-4C7E-81DB-63BFB087C153}" dt="2025-06-09T23:36:40.245" v="524" actId="20577"/>
        <pc:sldMkLst>
          <pc:docMk/>
          <pc:sldMk cId="1544130906" sldId="2147480244"/>
        </pc:sldMkLst>
        <pc:spChg chg="mod">
          <ac:chgData name="기복 이" userId="b0430539663acfc1" providerId="LiveId" clId="{6A21C3A9-0674-4C7E-81DB-63BFB087C153}" dt="2025-06-09T23:36:40.245" v="524" actId="20577"/>
          <ac:spMkLst>
            <pc:docMk/>
            <pc:sldMk cId="1544130906" sldId="2147480244"/>
            <ac:spMk id="11" creationId="{3DE11B43-CA8E-0959-C52D-EADF5C8E1D0F}"/>
          </ac:spMkLst>
        </pc:spChg>
        <pc:picChg chg="mod">
          <ac:chgData name="기복 이" userId="b0430539663acfc1" providerId="LiveId" clId="{6A21C3A9-0674-4C7E-81DB-63BFB087C153}" dt="2025-06-09T23:36:08.460" v="473" actId="14100"/>
          <ac:picMkLst>
            <pc:docMk/>
            <pc:sldMk cId="1544130906" sldId="2147480244"/>
            <ac:picMk id="2" creationId="{F1C27BA9-CFCB-BF10-9D33-0A4CDD099D55}"/>
          </ac:picMkLst>
        </pc:picChg>
      </pc:sldChg>
      <pc:sldChg chg="addSp delSp add mod">
        <pc:chgData name="기복 이" userId="b0430539663acfc1" providerId="LiveId" clId="{6A21C3A9-0674-4C7E-81DB-63BFB087C153}" dt="2025-06-09T08:48:25" v="282" actId="22"/>
        <pc:sldMkLst>
          <pc:docMk/>
          <pc:sldMk cId="1339921223" sldId="2147480245"/>
        </pc:sldMkLst>
      </pc:sldChg>
      <pc:sldChg chg="modSp add mod">
        <pc:chgData name="기복 이" userId="b0430539663acfc1" providerId="LiveId" clId="{6A21C3A9-0674-4C7E-81DB-63BFB087C153}" dt="2025-06-09T23:57:43.333" v="623" actId="403"/>
        <pc:sldMkLst>
          <pc:docMk/>
          <pc:sldMk cId="2864595864" sldId="2147480246"/>
        </pc:sldMkLst>
        <pc:graphicFrameChg chg="mod modGraphic">
          <ac:chgData name="기복 이" userId="b0430539663acfc1" providerId="LiveId" clId="{6A21C3A9-0674-4C7E-81DB-63BFB087C153}" dt="2025-06-09T23:57:43.333" v="623" actId="403"/>
          <ac:graphicFrameMkLst>
            <pc:docMk/>
            <pc:sldMk cId="2864595864" sldId="2147480246"/>
            <ac:graphicFrameMk id="2" creationId="{88B606DC-2297-89C4-37E8-E32DEE2CB5E7}"/>
          </ac:graphicFrameMkLst>
        </pc:graphicFrameChg>
      </pc:sldChg>
      <pc:sldChg chg="modSp add del mod">
        <pc:chgData name="기복 이" userId="b0430539663acfc1" providerId="LiveId" clId="{6A21C3A9-0674-4C7E-81DB-63BFB087C153}" dt="2025-06-09T23:56:39.124" v="614" actId="14826"/>
        <pc:sldMkLst>
          <pc:docMk/>
          <pc:sldMk cId="652661964" sldId="2147480247"/>
        </pc:sldMkLst>
      </pc:sldChg>
      <pc:sldChg chg="addSp delSp modSp add mod">
        <pc:chgData name="기복 이" userId="b0430539663acfc1" providerId="LiveId" clId="{6A21C3A9-0674-4C7E-81DB-63BFB087C153}" dt="2025-06-10T02:13:46.115" v="638" actId="404"/>
        <pc:sldMkLst>
          <pc:docMk/>
          <pc:sldMk cId="2454845781" sldId="2147480248"/>
        </pc:sldMkLst>
      </pc:sldChg>
    </pc:docChg>
  </pc:docChgLst>
  <pc:docChgLst>
    <pc:chgData name="이상인(콘텐츠브릿지)" userId="3c3cf774-fdac-44c2-8078-af220fc84871" providerId="ADAL" clId="{08C971CB-E5AF-40B6-9E05-F1EA9841FF30}"/>
    <pc:docChg chg="undo custSel addSld delSld modSld">
      <pc:chgData name="이상인(콘텐츠브릿지)" userId="3c3cf774-fdac-44c2-8078-af220fc84871" providerId="ADAL" clId="{08C971CB-E5AF-40B6-9E05-F1EA9841FF30}" dt="2025-05-13T05:49:26.660" v="166" actId="478"/>
      <pc:docMkLst>
        <pc:docMk/>
      </pc:docMkLst>
      <pc:sldChg chg="addSp delSp modSp mod">
        <pc:chgData name="이상인(콘텐츠브릿지)" userId="3c3cf774-fdac-44c2-8078-af220fc84871" providerId="ADAL" clId="{08C971CB-E5AF-40B6-9E05-F1EA9841FF30}" dt="2025-05-13T05:40:44.754" v="102"/>
        <pc:sldMkLst>
          <pc:docMk/>
          <pc:sldMk cId="2307820756" sldId="265"/>
        </pc:sldMkLst>
      </pc:sldChg>
      <pc:sldChg chg="modSp mod">
        <pc:chgData name="이상인(콘텐츠브릿지)" userId="3c3cf774-fdac-44c2-8078-af220fc84871" providerId="ADAL" clId="{08C971CB-E5AF-40B6-9E05-F1EA9841FF30}" dt="2025-05-13T05:42:39.552" v="136" actId="108"/>
        <pc:sldMkLst>
          <pc:docMk/>
          <pc:sldMk cId="2418988528" sldId="272"/>
        </pc:sldMkLst>
      </pc:sldChg>
      <pc:sldChg chg="modSp mod">
        <pc:chgData name="이상인(콘텐츠브릿지)" userId="3c3cf774-fdac-44c2-8078-af220fc84871" providerId="ADAL" clId="{08C971CB-E5AF-40B6-9E05-F1EA9841FF30}" dt="2025-05-13T05:43:42.759" v="146" actId="108"/>
        <pc:sldMkLst>
          <pc:docMk/>
          <pc:sldMk cId="639737516" sldId="273"/>
        </pc:sldMkLst>
      </pc:sldChg>
      <pc:sldChg chg="modSp mod">
        <pc:chgData name="이상인(콘텐츠브릿지)" userId="3c3cf774-fdac-44c2-8078-af220fc84871" providerId="ADAL" clId="{08C971CB-E5AF-40B6-9E05-F1EA9841FF30}" dt="2025-05-13T05:44:05.870" v="154" actId="108"/>
        <pc:sldMkLst>
          <pc:docMk/>
          <pc:sldMk cId="3824961894" sldId="281"/>
        </pc:sldMkLst>
      </pc:sldChg>
      <pc:sldChg chg="modSp mod">
        <pc:chgData name="이상인(콘텐츠브릿지)" userId="3c3cf774-fdac-44c2-8078-af220fc84871" providerId="ADAL" clId="{08C971CB-E5AF-40B6-9E05-F1EA9841FF30}" dt="2025-05-13T05:32:45.167" v="66" actId="20577"/>
        <pc:sldMkLst>
          <pc:docMk/>
          <pc:sldMk cId="4019604794" sldId="286"/>
        </pc:sldMkLst>
      </pc:sldChg>
      <pc:sldChg chg="modSp mod">
        <pc:chgData name="이상인(콘텐츠브릿지)" userId="3c3cf774-fdac-44c2-8078-af220fc84871" providerId="ADAL" clId="{08C971CB-E5AF-40B6-9E05-F1EA9841FF30}" dt="2025-05-13T05:42:04.049" v="131" actId="108"/>
        <pc:sldMkLst>
          <pc:docMk/>
          <pc:sldMk cId="1178506734" sldId="288"/>
        </pc:sldMkLst>
      </pc:sldChg>
      <pc:sldChg chg="modSp mod">
        <pc:chgData name="이상인(콘텐츠브릿지)" userId="3c3cf774-fdac-44c2-8078-af220fc84871" providerId="ADAL" clId="{08C971CB-E5AF-40B6-9E05-F1EA9841FF30}" dt="2025-05-13T05:42:15.048" v="132" actId="108"/>
        <pc:sldMkLst>
          <pc:docMk/>
          <pc:sldMk cId="1440736454" sldId="289"/>
        </pc:sldMkLst>
      </pc:sldChg>
      <pc:sldChg chg="delSp modSp mod">
        <pc:chgData name="이상인(콘텐츠브릿지)" userId="3c3cf774-fdac-44c2-8078-af220fc84871" providerId="ADAL" clId="{08C971CB-E5AF-40B6-9E05-F1EA9841FF30}" dt="2025-05-13T05:49:26.660" v="166" actId="478"/>
        <pc:sldMkLst>
          <pc:docMk/>
          <pc:sldMk cId="1890872077" sldId="290"/>
        </pc:sldMkLst>
      </pc:sldChg>
      <pc:sldChg chg="modSp mod">
        <pc:chgData name="이상인(콘텐츠브릿지)" userId="3c3cf774-fdac-44c2-8078-af220fc84871" providerId="ADAL" clId="{08C971CB-E5AF-40B6-9E05-F1EA9841FF30}" dt="2025-05-13T05:42:25.023" v="134" actId="108"/>
        <pc:sldMkLst>
          <pc:docMk/>
          <pc:sldMk cId="604019722" sldId="291"/>
        </pc:sldMkLst>
      </pc:sldChg>
      <pc:sldChg chg="modSp mod">
        <pc:chgData name="이상인(콘텐츠브릿지)" userId="3c3cf774-fdac-44c2-8078-af220fc84871" providerId="ADAL" clId="{08C971CB-E5AF-40B6-9E05-F1EA9841FF30}" dt="2025-05-13T05:42:30.190" v="135" actId="108"/>
        <pc:sldMkLst>
          <pc:docMk/>
          <pc:sldMk cId="62224206" sldId="292"/>
        </pc:sldMkLst>
      </pc:sldChg>
      <pc:sldChg chg="add del">
        <pc:chgData name="이상인(콘텐츠브릿지)" userId="3c3cf774-fdac-44c2-8078-af220fc84871" providerId="ADAL" clId="{08C971CB-E5AF-40B6-9E05-F1EA9841FF30}" dt="2025-05-13T05:40:47.082" v="103" actId="47"/>
        <pc:sldMkLst>
          <pc:docMk/>
          <pc:sldMk cId="1877096435" sldId="295"/>
        </pc:sldMkLst>
      </pc:sldChg>
    </pc:docChg>
  </pc:docChgLst>
  <pc:docChgLst>
    <pc:chgData name="기복 이" userId="b0430539663acfc1" providerId="LiveId" clId="{4B1CE6EB-5A36-4613-A5EF-AB0EE20735EB}"/>
    <pc:docChg chg="undo redo custSel addSld delSld modSld sldOrd">
      <pc:chgData name="기복 이" userId="b0430539663acfc1" providerId="LiveId" clId="{4B1CE6EB-5A36-4613-A5EF-AB0EE20735EB}" dt="2025-07-21T01:01:17.514" v="5604"/>
      <pc:docMkLst>
        <pc:docMk/>
      </pc:docMkLst>
      <pc:sldChg chg="modSp add mod">
        <pc:chgData name="기복 이" userId="b0430539663acfc1" providerId="LiveId" clId="{4B1CE6EB-5A36-4613-A5EF-AB0EE20735EB}" dt="2025-07-17T05:13:09.987" v="72" actId="403"/>
        <pc:sldMkLst>
          <pc:docMk/>
          <pc:sldMk cId="1634357201" sldId="256"/>
        </pc:sldMkLst>
        <pc:spChg chg="mod">
          <ac:chgData name="기복 이" userId="b0430539663acfc1" providerId="LiveId" clId="{4B1CE6EB-5A36-4613-A5EF-AB0EE20735EB}" dt="2025-07-17T05:03:36.686" v="46" actId="20577"/>
          <ac:spMkLst>
            <pc:docMk/>
            <pc:sldMk cId="1634357201" sldId="256"/>
            <ac:spMk id="6" creationId="{92CC98DB-6950-31A1-F037-64678ED2795D}"/>
          </ac:spMkLst>
        </pc:spChg>
        <pc:spChg chg="mod">
          <ac:chgData name="기복 이" userId="b0430539663acfc1" providerId="LiveId" clId="{4B1CE6EB-5A36-4613-A5EF-AB0EE20735EB}" dt="2025-07-17T05:13:09.987" v="72" actId="403"/>
          <ac:spMkLst>
            <pc:docMk/>
            <pc:sldMk cId="1634357201" sldId="256"/>
            <ac:spMk id="7" creationId="{3F3B2D5C-0C5A-1454-57C5-05DC1B6BEDB3}"/>
          </ac:spMkLst>
        </pc:spChg>
      </pc:sldChg>
      <pc:sldChg chg="modSp add del">
        <pc:chgData name="기복 이" userId="b0430539663acfc1" providerId="LiveId" clId="{4B1CE6EB-5A36-4613-A5EF-AB0EE20735EB}" dt="2025-07-20T22:25:51.691" v="1165" actId="47"/>
        <pc:sldMkLst>
          <pc:docMk/>
          <pc:sldMk cId="0" sldId="259"/>
        </pc:sldMkLst>
        <pc:spChg chg="mod">
          <ac:chgData name="기복 이" userId="b0430539663acfc1" providerId="LiveId" clId="{4B1CE6EB-5A36-4613-A5EF-AB0EE20735EB}" dt="2025-07-20T22:23:02.684" v="1102"/>
          <ac:spMkLst>
            <pc:docMk/>
            <pc:sldMk cId="0" sldId="259"/>
            <ac:spMk id="65" creationId="{00000000-0000-0000-0000-000000000000}"/>
          </ac:spMkLst>
        </pc:spChg>
        <pc:spChg chg="mod">
          <ac:chgData name="기복 이" userId="b0430539663acfc1" providerId="LiveId" clId="{4B1CE6EB-5A36-4613-A5EF-AB0EE20735EB}" dt="2025-07-20T22:23:02.684" v="1102"/>
          <ac:spMkLst>
            <pc:docMk/>
            <pc:sldMk cId="0" sldId="259"/>
            <ac:spMk id="66" creationId="{00000000-0000-0000-0000-000000000000}"/>
          </ac:spMkLst>
        </pc:spChg>
        <pc:spChg chg="mod">
          <ac:chgData name="기복 이" userId="b0430539663acfc1" providerId="LiveId" clId="{4B1CE6EB-5A36-4613-A5EF-AB0EE20735EB}" dt="2025-07-20T22:23:02.684" v="1102"/>
          <ac:spMkLst>
            <pc:docMk/>
            <pc:sldMk cId="0" sldId="259"/>
            <ac:spMk id="67" creationId="{00000000-0000-0000-0000-000000000000}"/>
          </ac:spMkLst>
        </pc:spChg>
      </pc:sldChg>
      <pc:sldChg chg="modSp add del">
        <pc:chgData name="기복 이" userId="b0430539663acfc1" providerId="LiveId" clId="{4B1CE6EB-5A36-4613-A5EF-AB0EE20735EB}" dt="2025-07-20T22:05:31.323" v="813" actId="47"/>
        <pc:sldMkLst>
          <pc:docMk/>
          <pc:sldMk cId="0" sldId="260"/>
        </pc:sldMkLst>
        <pc:spChg chg="mod">
          <ac:chgData name="기복 이" userId="b0430539663acfc1" providerId="LiveId" clId="{4B1CE6EB-5A36-4613-A5EF-AB0EE20735EB}" dt="2025-07-20T22:04:58.027" v="793"/>
          <ac:spMkLst>
            <pc:docMk/>
            <pc:sldMk cId="0" sldId="260"/>
            <ac:spMk id="81" creationId="{00000000-0000-0000-0000-000000000000}"/>
          </ac:spMkLst>
        </pc:spChg>
        <pc:spChg chg="mod">
          <ac:chgData name="기복 이" userId="b0430539663acfc1" providerId="LiveId" clId="{4B1CE6EB-5A36-4613-A5EF-AB0EE20735EB}" dt="2025-07-20T22:04:58.027" v="793"/>
          <ac:spMkLst>
            <pc:docMk/>
            <pc:sldMk cId="0" sldId="260"/>
            <ac:spMk id="82" creationId="{00000000-0000-0000-0000-000000000000}"/>
          </ac:spMkLst>
        </pc:spChg>
        <pc:spChg chg="mod">
          <ac:chgData name="기복 이" userId="b0430539663acfc1" providerId="LiveId" clId="{4B1CE6EB-5A36-4613-A5EF-AB0EE20735EB}" dt="2025-07-20T22:04:58.027" v="793"/>
          <ac:spMkLst>
            <pc:docMk/>
            <pc:sldMk cId="0" sldId="260"/>
            <ac:spMk id="83" creationId="{00000000-0000-0000-0000-000000000000}"/>
          </ac:spMkLst>
        </pc:spChg>
      </pc:sldChg>
      <pc:sldChg chg="modSp add mod">
        <pc:chgData name="기복 이" userId="b0430539663acfc1" providerId="LiveId" clId="{4B1CE6EB-5A36-4613-A5EF-AB0EE20735EB}" dt="2025-07-21T01:01:17.514" v="5604"/>
        <pc:sldMkLst>
          <pc:docMk/>
          <pc:sldMk cId="1664112583" sldId="263"/>
        </pc:sldMkLst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11" creationId="{61E6F6FA-0BAD-C3B0-F236-985CD3AFAEF5}"/>
          </ac:spMkLst>
        </pc:spChg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34" creationId="{6A353EE5-0FC9-76F7-C12B-60DC6B34EA9D}"/>
          </ac:spMkLst>
        </pc:spChg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36" creationId="{ABF858D6-11F7-9489-E0BC-CBEA31E0B90F}"/>
          </ac:spMkLst>
        </pc:spChg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37" creationId="{9D0AD522-6F0B-5DBD-427A-991CB547EEAC}"/>
          </ac:spMkLst>
        </pc:spChg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38" creationId="{3C29819B-99A7-795B-8C63-8E590A13B8C4}"/>
          </ac:spMkLst>
        </pc:spChg>
        <pc:spChg chg="mod">
          <ac:chgData name="기복 이" userId="b0430539663acfc1" providerId="LiveId" clId="{4B1CE6EB-5A36-4613-A5EF-AB0EE20735EB}" dt="2025-07-21T00:57:19.330" v="5574" actId="14100"/>
          <ac:spMkLst>
            <pc:docMk/>
            <pc:sldMk cId="1664112583" sldId="263"/>
            <ac:spMk id="39" creationId="{055363C0-2076-FBA0-7CFB-83F5BC53B3A5}"/>
          </ac:spMkLst>
        </pc:spChg>
        <pc:spChg chg="mod">
          <ac:chgData name="기복 이" userId="b0430539663acfc1" providerId="LiveId" clId="{4B1CE6EB-5A36-4613-A5EF-AB0EE20735EB}" dt="2025-07-21T01:01:17.514" v="5604"/>
          <ac:spMkLst>
            <pc:docMk/>
            <pc:sldMk cId="1664112583" sldId="263"/>
            <ac:spMk id="40" creationId="{ADBEC3CA-9899-6F48-140C-33904CFD5BF4}"/>
          </ac:spMkLst>
        </pc:spChg>
        <pc:spChg chg="mod">
          <ac:chgData name="기복 이" userId="b0430539663acfc1" providerId="LiveId" clId="{4B1CE6EB-5A36-4613-A5EF-AB0EE20735EB}" dt="2025-07-21T01:00:34.741" v="5601" actId="20577"/>
          <ac:spMkLst>
            <pc:docMk/>
            <pc:sldMk cId="1664112583" sldId="263"/>
            <ac:spMk id="41" creationId="{C4CAE3E5-885A-C57E-4A2D-AC413A437D22}"/>
          </ac:spMkLst>
        </pc:spChg>
      </pc:sldChg>
      <pc:sldChg chg="modSp add del">
        <pc:chgData name="기복 이" userId="b0430539663acfc1" providerId="LiveId" clId="{4B1CE6EB-5A36-4613-A5EF-AB0EE20735EB}" dt="2025-07-20T22:43:46.235" v="1712" actId="47"/>
        <pc:sldMkLst>
          <pc:docMk/>
          <pc:sldMk cId="0" sldId="265"/>
        </pc:sldMkLst>
        <pc:spChg chg="mod">
          <ac:chgData name="기복 이" userId="b0430539663acfc1" providerId="LiveId" clId="{4B1CE6EB-5A36-4613-A5EF-AB0EE20735EB}" dt="2025-07-20T22:33:43.928" v="1383"/>
          <ac:spMkLst>
            <pc:docMk/>
            <pc:sldMk cId="0" sldId="265"/>
            <ac:spMk id="98" creationId="{00000000-0000-0000-0000-000000000000}"/>
          </ac:spMkLst>
        </pc:spChg>
      </pc:sldChg>
      <pc:sldChg chg="modSp add del">
        <pc:chgData name="기복 이" userId="b0430539663acfc1" providerId="LiveId" clId="{4B1CE6EB-5A36-4613-A5EF-AB0EE20735EB}" dt="2025-07-20T22:45:22.549" v="1720" actId="47"/>
        <pc:sldMkLst>
          <pc:docMk/>
          <pc:sldMk cId="0" sldId="270"/>
        </pc:sldMkLst>
        <pc:spChg chg="mod">
          <ac:chgData name="기복 이" userId="b0430539663acfc1" providerId="LiveId" clId="{4B1CE6EB-5A36-4613-A5EF-AB0EE20735EB}" dt="2025-07-20T22:34:52.198" v="1388"/>
          <ac:spMkLst>
            <pc:docMk/>
            <pc:sldMk cId="0" sldId="270"/>
            <ac:spMk id="83" creationId="{00000000-0000-0000-0000-000000000000}"/>
          </ac:spMkLst>
        </pc:spChg>
      </pc:sldChg>
      <pc:sldChg chg="addSp delSp modSp add mod ord">
        <pc:chgData name="기복 이" userId="b0430539663acfc1" providerId="LiveId" clId="{4B1CE6EB-5A36-4613-A5EF-AB0EE20735EB}" dt="2025-07-21T00:25:04.621" v="4243" actId="2711"/>
        <pc:sldMkLst>
          <pc:docMk/>
          <pc:sldMk cId="639737516" sldId="273"/>
        </pc:sldMkLst>
        <pc:spChg chg="add mod">
          <ac:chgData name="기복 이" userId="b0430539663acfc1" providerId="LiveId" clId="{4B1CE6EB-5A36-4613-A5EF-AB0EE20735EB}" dt="2025-07-21T00:25:04.621" v="4243" actId="2711"/>
          <ac:spMkLst>
            <pc:docMk/>
            <pc:sldMk cId="639737516" sldId="273"/>
            <ac:spMk id="2" creationId="{0486D786-05CC-9237-B06D-3418E221865E}"/>
          </ac:spMkLst>
        </pc:spChg>
        <pc:spChg chg="del mod">
          <ac:chgData name="기복 이" userId="b0430539663acfc1" providerId="LiveId" clId="{4B1CE6EB-5A36-4613-A5EF-AB0EE20735EB}" dt="2025-07-20T23:33:20.982" v="3008" actId="478"/>
          <ac:spMkLst>
            <pc:docMk/>
            <pc:sldMk cId="639737516" sldId="273"/>
            <ac:spMk id="8" creationId="{68B00C56-C1F9-8C5D-A288-8B3D7AE6122C}"/>
          </ac:spMkLst>
        </pc:spChg>
        <pc:spChg chg="del mod">
          <ac:chgData name="기복 이" userId="b0430539663acfc1" providerId="LiveId" clId="{4B1CE6EB-5A36-4613-A5EF-AB0EE20735EB}" dt="2025-07-20T23:33:26.919" v="3010" actId="478"/>
          <ac:spMkLst>
            <pc:docMk/>
            <pc:sldMk cId="639737516" sldId="273"/>
            <ac:spMk id="11" creationId="{CA1DF857-9C6C-E29B-9441-58B9A2DFA9EC}"/>
          </ac:spMkLst>
        </pc:spChg>
        <pc:graphicFrameChg chg="mod modGraphic">
          <ac:chgData name="기복 이" userId="b0430539663acfc1" providerId="LiveId" clId="{4B1CE6EB-5A36-4613-A5EF-AB0EE20735EB}" dt="2025-07-20T23:31:14.524" v="2993" actId="1036"/>
          <ac:graphicFrameMkLst>
            <pc:docMk/>
            <pc:sldMk cId="639737516" sldId="273"/>
            <ac:graphicFrameMk id="3" creationId="{DD0C468F-56D7-74BD-BD55-0B14FAF3EF7B}"/>
          </ac:graphicFrameMkLst>
        </pc:graphicFrameChg>
      </pc:sldChg>
      <pc:sldChg chg="addSp delSp modSp mod">
        <pc:chgData name="기복 이" userId="b0430539663acfc1" providerId="LiveId" clId="{4B1CE6EB-5A36-4613-A5EF-AB0EE20735EB}" dt="2025-07-21T00:55:10.327" v="5531" actId="20577"/>
        <pc:sldMkLst>
          <pc:docMk/>
          <pc:sldMk cId="3824961894" sldId="281"/>
        </pc:sldMkLst>
        <pc:spChg chg="add mod">
          <ac:chgData name="기복 이" userId="b0430539663acfc1" providerId="LiveId" clId="{4B1CE6EB-5A36-4613-A5EF-AB0EE20735EB}" dt="2025-07-21T00:55:10.327" v="5531" actId="20577"/>
          <ac:spMkLst>
            <pc:docMk/>
            <pc:sldMk cId="3824961894" sldId="281"/>
            <ac:spMk id="2" creationId="{EBA71537-50EF-8510-9182-F4686FD0DFDE}"/>
          </ac:spMkLst>
        </pc:spChg>
        <pc:spChg chg="del mod">
          <ac:chgData name="기복 이" userId="b0430539663acfc1" providerId="LiveId" clId="{4B1CE6EB-5A36-4613-A5EF-AB0EE20735EB}" dt="2025-07-21T00:44:53.777" v="4983" actId="478"/>
          <ac:spMkLst>
            <pc:docMk/>
            <pc:sldMk cId="3824961894" sldId="281"/>
            <ac:spMk id="8" creationId="{68B00C56-C1F9-8C5D-A288-8B3D7AE6122C}"/>
          </ac:spMkLst>
        </pc:spChg>
        <pc:spChg chg="del">
          <ac:chgData name="기복 이" userId="b0430539663acfc1" providerId="LiveId" clId="{4B1CE6EB-5A36-4613-A5EF-AB0EE20735EB}" dt="2025-07-21T00:44:21.361" v="4960" actId="478"/>
          <ac:spMkLst>
            <pc:docMk/>
            <pc:sldMk cId="3824961894" sldId="281"/>
            <ac:spMk id="11" creationId="{CA1DF857-9C6C-E29B-9441-58B9A2DFA9EC}"/>
          </ac:spMkLst>
        </pc:spChg>
      </pc:sldChg>
      <pc:sldChg chg="modSp del mod">
        <pc:chgData name="기복 이" userId="b0430539663acfc1" providerId="LiveId" clId="{4B1CE6EB-5A36-4613-A5EF-AB0EE20735EB}" dt="2025-07-20T22:14:33.396" v="956" actId="47"/>
        <pc:sldMkLst>
          <pc:docMk/>
          <pc:sldMk cId="4019604794" sldId="286"/>
        </pc:sldMkLst>
        <pc:spChg chg="mod">
          <ac:chgData name="기복 이" userId="b0430539663acfc1" providerId="LiveId" clId="{4B1CE6EB-5A36-4613-A5EF-AB0EE20735EB}" dt="2025-07-20T13:37:11.398" v="665"/>
          <ac:spMkLst>
            <pc:docMk/>
            <pc:sldMk cId="4019604794" sldId="286"/>
            <ac:spMk id="8" creationId="{68B00C56-C1F9-8C5D-A288-8B3D7AE6122C}"/>
          </ac:spMkLst>
        </pc:spChg>
      </pc:sldChg>
      <pc:sldChg chg="modSp del mod ord">
        <pc:chgData name="기복 이" userId="b0430539663acfc1" providerId="LiveId" clId="{4B1CE6EB-5A36-4613-A5EF-AB0EE20735EB}" dt="2025-07-20T22:13:49.394" v="946" actId="47"/>
        <pc:sldMkLst>
          <pc:docMk/>
          <pc:sldMk cId="1178506734" sldId="288"/>
        </pc:sldMkLst>
        <pc:spChg chg="mod">
          <ac:chgData name="기복 이" userId="b0430539663acfc1" providerId="LiveId" clId="{4B1CE6EB-5A36-4613-A5EF-AB0EE20735EB}" dt="2025-07-20T13:35:09.037" v="459"/>
          <ac:spMkLst>
            <pc:docMk/>
            <pc:sldMk cId="1178506734" sldId="288"/>
            <ac:spMk id="11" creationId="{CA1DF857-9C6C-E29B-9441-58B9A2DFA9EC}"/>
          </ac:spMkLst>
        </pc:spChg>
      </pc:sldChg>
      <pc:sldChg chg="addSp delSp modSp mod ord">
        <pc:chgData name="기복 이" userId="b0430539663acfc1" providerId="LiveId" clId="{4B1CE6EB-5A36-4613-A5EF-AB0EE20735EB}" dt="2025-07-21T00:55:24.407" v="5532" actId="6549"/>
        <pc:sldMkLst>
          <pc:docMk/>
          <pc:sldMk cId="62224206" sldId="292"/>
        </pc:sldMkLst>
        <pc:spChg chg="del mod">
          <ac:chgData name="기복 이" userId="b0430539663acfc1" providerId="LiveId" clId="{4B1CE6EB-5A36-4613-A5EF-AB0EE20735EB}" dt="2025-07-20T23:30:20.926" v="2963" actId="478"/>
          <ac:spMkLst>
            <pc:docMk/>
            <pc:sldMk cId="62224206" sldId="292"/>
            <ac:spMk id="3" creationId="{9060D9C1-7C28-EA48-F310-EAD77F454168}"/>
          </ac:spMkLst>
        </pc:spChg>
        <pc:spChg chg="add del">
          <ac:chgData name="기복 이" userId="b0430539663acfc1" providerId="LiveId" clId="{4B1CE6EB-5A36-4613-A5EF-AB0EE20735EB}" dt="2025-07-20T23:30:10.551" v="2960" actId="22"/>
          <ac:spMkLst>
            <pc:docMk/>
            <pc:sldMk cId="62224206" sldId="292"/>
            <ac:spMk id="6" creationId="{9BFD8830-64E5-0E93-C818-D7CDBC0CC676}"/>
          </ac:spMkLst>
        </pc:spChg>
        <pc:spChg chg="add del mod">
          <ac:chgData name="기복 이" userId="b0430539663acfc1" providerId="LiveId" clId="{4B1CE6EB-5A36-4613-A5EF-AB0EE20735EB}" dt="2025-07-20T23:32:00.103" v="3000" actId="478"/>
          <ac:spMkLst>
            <pc:docMk/>
            <pc:sldMk cId="62224206" sldId="292"/>
            <ac:spMk id="7" creationId="{3F811D53-BBB1-5A30-5DF9-76293402B8EE}"/>
          </ac:spMkLst>
        </pc:spChg>
        <pc:spChg chg="add mod">
          <ac:chgData name="기복 이" userId="b0430539663acfc1" providerId="LiveId" clId="{4B1CE6EB-5A36-4613-A5EF-AB0EE20735EB}" dt="2025-07-21T00:55:24.407" v="5532" actId="6549"/>
          <ac:spMkLst>
            <pc:docMk/>
            <pc:sldMk cId="62224206" sldId="292"/>
            <ac:spMk id="8" creationId="{91E479D4-39DE-89EE-E2FF-A1286E5BC4E6}"/>
          </ac:spMkLst>
        </pc:spChg>
      </pc:sldChg>
      <pc:sldChg chg="addSp delSp modSp mod ord">
        <pc:chgData name="기복 이" userId="b0430539663acfc1" providerId="LiveId" clId="{4B1CE6EB-5A36-4613-A5EF-AB0EE20735EB}" dt="2025-07-20T23:31:38.017" v="2996" actId="113"/>
        <pc:sldMkLst>
          <pc:docMk/>
          <pc:sldMk cId="1544130906" sldId="2147480244"/>
        </pc:sldMkLst>
        <pc:spChg chg="del mod">
          <ac:chgData name="기복 이" userId="b0430539663acfc1" providerId="LiveId" clId="{4B1CE6EB-5A36-4613-A5EF-AB0EE20735EB}" dt="2025-07-20T23:29:47.103" v="2956" actId="478"/>
          <ac:spMkLst>
            <pc:docMk/>
            <pc:sldMk cId="1544130906" sldId="2147480244"/>
            <ac:spMk id="3" creationId="{42636793-C28C-09B6-47D7-09A0CCA03EB3}"/>
          </ac:spMkLst>
        </pc:spChg>
        <pc:spChg chg="add mod">
          <ac:chgData name="기복 이" userId="b0430539663acfc1" providerId="LiveId" clId="{4B1CE6EB-5A36-4613-A5EF-AB0EE20735EB}" dt="2025-07-20T23:29:13.437" v="2952"/>
          <ac:spMkLst>
            <pc:docMk/>
            <pc:sldMk cId="1544130906" sldId="2147480244"/>
            <ac:spMk id="4" creationId="{82AF0A84-8052-3836-0F1E-89E08FFFAB8E}"/>
          </ac:spMkLst>
        </pc:spChg>
        <pc:spChg chg="add mod">
          <ac:chgData name="기복 이" userId="b0430539663acfc1" providerId="LiveId" clId="{4B1CE6EB-5A36-4613-A5EF-AB0EE20735EB}" dt="2025-07-20T23:31:38.017" v="2996" actId="113"/>
          <ac:spMkLst>
            <pc:docMk/>
            <pc:sldMk cId="1544130906" sldId="2147480244"/>
            <ac:spMk id="5" creationId="{3B007C80-AC7A-7EFD-C424-B17CF716BCEC}"/>
          </ac:spMkLst>
        </pc:spChg>
        <pc:spChg chg="mod">
          <ac:chgData name="기복 이" userId="b0430539663acfc1" providerId="LiveId" clId="{4B1CE6EB-5A36-4613-A5EF-AB0EE20735EB}" dt="2025-07-20T13:31:37.736" v="396" actId="113"/>
          <ac:spMkLst>
            <pc:docMk/>
            <pc:sldMk cId="1544130906" sldId="2147480244"/>
            <ac:spMk id="11" creationId="{3DE11B43-CA8E-0959-C52D-EADF5C8E1D0F}"/>
          </ac:spMkLst>
        </pc:spChg>
      </pc:sldChg>
      <pc:sldChg chg="del">
        <pc:chgData name="기복 이" userId="b0430539663acfc1" providerId="LiveId" clId="{4B1CE6EB-5A36-4613-A5EF-AB0EE20735EB}" dt="2025-07-20T13:37:41.777" v="684" actId="47"/>
        <pc:sldMkLst>
          <pc:docMk/>
          <pc:sldMk cId="1339921223" sldId="2147480245"/>
        </pc:sldMkLst>
      </pc:sldChg>
      <pc:sldChg chg="addSp delSp modSp mod ord">
        <pc:chgData name="기복 이" userId="b0430539663acfc1" providerId="LiveId" clId="{4B1CE6EB-5A36-4613-A5EF-AB0EE20735EB}" dt="2025-07-21T00:54:48.590" v="5524" actId="20577"/>
        <pc:sldMkLst>
          <pc:docMk/>
          <pc:sldMk cId="2864595864" sldId="2147480246"/>
        </pc:sldMkLst>
        <pc:spChg chg="add mod">
          <ac:chgData name="기복 이" userId="b0430539663acfc1" providerId="LiveId" clId="{4B1CE6EB-5A36-4613-A5EF-AB0EE20735EB}" dt="2025-07-21T00:54:48.590" v="5524" actId="20577"/>
          <ac:spMkLst>
            <pc:docMk/>
            <pc:sldMk cId="2864595864" sldId="2147480246"/>
            <ac:spMk id="3" creationId="{9C3E5056-2A47-8C65-F7E4-772887C5F7A7}"/>
          </ac:spMkLst>
        </pc:spChg>
        <pc:spChg chg="del mod">
          <ac:chgData name="기복 이" userId="b0430539663acfc1" providerId="LiveId" clId="{4B1CE6EB-5A36-4613-A5EF-AB0EE20735EB}" dt="2025-07-21T00:42:49.945" v="4931"/>
          <ac:spMkLst>
            <pc:docMk/>
            <pc:sldMk cId="2864595864" sldId="2147480246"/>
            <ac:spMk id="8" creationId="{A50B6D9F-1F57-65FC-EF24-C8A3994A126E}"/>
          </ac:spMkLst>
        </pc:spChg>
        <pc:spChg chg="del">
          <ac:chgData name="기복 이" userId="b0430539663acfc1" providerId="LiveId" clId="{4B1CE6EB-5A36-4613-A5EF-AB0EE20735EB}" dt="2025-07-21T00:42:28.569" v="4923" actId="478"/>
          <ac:spMkLst>
            <pc:docMk/>
            <pc:sldMk cId="2864595864" sldId="2147480246"/>
            <ac:spMk id="11" creationId="{C11F8A49-DF7C-5F04-7305-7D1CF089AE3F}"/>
          </ac:spMkLst>
        </pc:spChg>
      </pc:sldChg>
      <pc:sldChg chg="modSp del mod">
        <pc:chgData name="기복 이" userId="b0430539663acfc1" providerId="LiveId" clId="{4B1CE6EB-5A36-4613-A5EF-AB0EE20735EB}" dt="2025-07-20T22:29:33.457" v="1366" actId="47"/>
        <pc:sldMkLst>
          <pc:docMk/>
          <pc:sldMk cId="652661964" sldId="2147480247"/>
        </pc:sldMkLst>
        <pc:spChg chg="mod">
          <ac:chgData name="기복 이" userId="b0430539663acfc1" providerId="LiveId" clId="{4B1CE6EB-5A36-4613-A5EF-AB0EE20735EB}" dt="2025-07-20T13:38:19.186" v="721"/>
          <ac:spMkLst>
            <pc:docMk/>
            <pc:sldMk cId="652661964" sldId="2147480247"/>
            <ac:spMk id="8" creationId="{826AFAF4-FB85-9BAE-0005-5CDC555E9A14}"/>
          </ac:spMkLst>
        </pc:spChg>
      </pc:sldChg>
      <pc:sldChg chg="del">
        <pc:chgData name="기복 이" userId="b0430539663acfc1" providerId="LiveId" clId="{4B1CE6EB-5A36-4613-A5EF-AB0EE20735EB}" dt="2025-07-20T13:38:28.519" v="722" actId="47"/>
        <pc:sldMkLst>
          <pc:docMk/>
          <pc:sldMk cId="2454845781" sldId="2147480248"/>
        </pc:sldMkLst>
      </pc:sldChg>
      <pc:sldChg chg="modSp add mod ord">
        <pc:chgData name="기복 이" userId="b0430539663acfc1" providerId="LiveId" clId="{4B1CE6EB-5A36-4613-A5EF-AB0EE20735EB}" dt="2025-07-21T00:54:53.303" v="5526" actId="20577"/>
        <pc:sldMkLst>
          <pc:docMk/>
          <pc:sldMk cId="1745861151" sldId="2147480252"/>
        </pc:sldMkLst>
        <pc:spChg chg="mod">
          <ac:chgData name="기복 이" userId="b0430539663acfc1" providerId="LiveId" clId="{4B1CE6EB-5A36-4613-A5EF-AB0EE20735EB}" dt="2025-07-21T00:54:53.303" v="5526" actId="20577"/>
          <ac:spMkLst>
            <pc:docMk/>
            <pc:sldMk cId="1745861151" sldId="2147480252"/>
            <ac:spMk id="11" creationId="{60DFAC1D-9F2E-7063-9075-EC349D0E4CDE}"/>
          </ac:spMkLst>
        </pc:spChg>
      </pc:sldChg>
      <pc:sldChg chg="addSp modSp add del mod">
        <pc:chgData name="기복 이" userId="b0430539663acfc1" providerId="LiveId" clId="{4B1CE6EB-5A36-4613-A5EF-AB0EE20735EB}" dt="2025-07-20T22:29:37.643" v="1367" actId="47"/>
        <pc:sldMkLst>
          <pc:docMk/>
          <pc:sldMk cId="949510590" sldId="2147480253"/>
        </pc:sldMkLst>
        <pc:spChg chg="add mod">
          <ac:chgData name="기복 이" userId="b0430539663acfc1" providerId="LiveId" clId="{4B1CE6EB-5A36-4613-A5EF-AB0EE20735EB}" dt="2025-07-20T13:36:18.238" v="592" actId="20577"/>
          <ac:spMkLst>
            <pc:docMk/>
            <pc:sldMk cId="949510590" sldId="2147480253"/>
            <ac:spMk id="2" creationId="{F2E93C56-2009-7DB5-5929-E67D7BF63325}"/>
          </ac:spMkLst>
        </pc:spChg>
      </pc:sldChg>
      <pc:sldChg chg="addSp delSp modSp add mod ord">
        <pc:chgData name="기복 이" userId="b0430539663acfc1" providerId="LiveId" clId="{4B1CE6EB-5A36-4613-A5EF-AB0EE20735EB}" dt="2025-07-21T00:02:13.589" v="3551" actId="14100"/>
        <pc:sldMkLst>
          <pc:docMk/>
          <pc:sldMk cId="189540671" sldId="2147480254"/>
        </pc:sldMkLst>
        <pc:spChg chg="add del mod">
          <ac:chgData name="기복 이" userId="b0430539663acfc1" providerId="LiveId" clId="{4B1CE6EB-5A36-4613-A5EF-AB0EE20735EB}" dt="2025-07-20T22:13:02.381" v="941"/>
          <ac:spMkLst>
            <pc:docMk/>
            <pc:sldMk cId="189540671" sldId="2147480254"/>
            <ac:spMk id="8" creationId="{A6E3BE83-D776-04B9-D70F-353EF7619615}"/>
          </ac:spMkLst>
        </pc:spChg>
        <pc:spChg chg="mod">
          <ac:chgData name="기복 이" userId="b0430539663acfc1" providerId="LiveId" clId="{4B1CE6EB-5A36-4613-A5EF-AB0EE20735EB}" dt="2025-07-20T23:44:21.054" v="3261" actId="1076"/>
          <ac:spMkLst>
            <pc:docMk/>
            <pc:sldMk cId="189540671" sldId="2147480254"/>
            <ac:spMk id="11" creationId="{362CCE4F-7064-C53A-DE20-E9C4AB37A127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14" creationId="{A2C65997-48C4-8C1A-88F9-AC358F4AC59B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18" creationId="{7CA3B777-2991-1E08-196A-7BFC5BB52E24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22" creationId="{BDE4BE0E-279F-11A8-222B-58E24FF23F70}"/>
          </ac:spMkLst>
        </pc:spChg>
        <pc:spChg chg="add 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25" creationId="{A117C3C9-38FD-37CB-2F90-48EB61DE7DC9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31" creationId="{71FDC81E-5D84-28BA-7CD5-C623B00EFAC3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57" creationId="{6C1B2E3E-4218-16EE-701E-6C113CC0253F}"/>
          </ac:spMkLst>
        </pc:spChg>
        <pc:spChg chg="add 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63" creationId="{7C261BFC-8E92-A148-89F6-AFD4EA61FBAE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67" creationId="{A8A576DB-72C3-0559-11EB-508684C09C92}"/>
          </ac:spMkLst>
        </pc:spChg>
        <pc:spChg chg="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68" creationId="{9077532D-5CB1-7657-92AF-17CE9B51DA1E}"/>
          </ac:spMkLst>
        </pc:spChg>
        <pc:spChg chg="add mod">
          <ac:chgData name="기복 이" userId="b0430539663acfc1" providerId="LiveId" clId="{4B1CE6EB-5A36-4613-A5EF-AB0EE20735EB}" dt="2025-07-20T22:04:27.703" v="772"/>
          <ac:spMkLst>
            <pc:docMk/>
            <pc:sldMk cId="189540671" sldId="2147480254"/>
            <ac:spMk id="76" creationId="{EDFAA76E-F346-2A70-1A39-E90BAC22BC9E}"/>
          </ac:spMkLst>
        </pc:spChg>
        <pc:spChg chg="add 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78" creationId="{C83BC75B-8FFD-009E-5817-991736A00466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79" creationId="{1132FCCE-7383-BAD6-1033-B8DD0625E3B8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81" creationId="{87B9C736-CD1C-EC4E-9837-43FB31CD411F}"/>
          </ac:spMkLst>
        </pc:spChg>
        <pc:spChg chg="add 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91" creationId="{C58DE1F9-5E60-F221-F252-8139F57C746E}"/>
          </ac:spMkLst>
        </pc:spChg>
        <pc:spChg chg="add 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96" creationId="{91862FD1-BA85-4E17-E4BF-9972E6670DFF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98" creationId="{9F2B2CD7-7C66-AB93-0701-A3041A35CFAB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99" creationId="{C2477FDE-CB1C-949E-ED51-F78405E626F8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08" creationId="{99A1A31D-8D42-7CFE-8ADE-9E5C8BF4C6B0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09" creationId="{4D5D0FA3-3DA0-07DF-4C43-9D975598A6AB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112" creationId="{CA5799BC-E8ED-96CF-194D-D07E1148A496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20" creationId="{00A4A630-4ADE-4760-34AB-209362568CF5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136" creationId="{152990CE-3A63-8566-53EF-1CF491E78E61}"/>
          </ac:spMkLst>
        </pc:spChg>
        <pc:spChg chg="mod">
          <ac:chgData name="기복 이" userId="b0430539663acfc1" providerId="LiveId" clId="{4B1CE6EB-5A36-4613-A5EF-AB0EE20735EB}" dt="2025-07-20T22:04:34.252" v="773"/>
          <ac:spMkLst>
            <pc:docMk/>
            <pc:sldMk cId="189540671" sldId="2147480254"/>
            <ac:spMk id="137" creationId="{968DA9F0-8DB7-2C6F-9BFF-8C1D0A0C7E3C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39" creationId="{38C72E52-FEC6-F22D-4857-2AD4D7AEA11D}"/>
          </ac:spMkLst>
        </pc:spChg>
        <pc:spChg chg="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45" creationId="{ECBA3A36-88E4-B6F5-62A7-0E913308123E}"/>
          </ac:spMkLst>
        </pc:spChg>
        <pc:spChg chg="add mod">
          <ac:chgData name="기복 이" userId="b0430539663acfc1" providerId="LiveId" clId="{4B1CE6EB-5A36-4613-A5EF-AB0EE20735EB}" dt="2025-07-20T22:04:45.333" v="791" actId="14100"/>
          <ac:spMkLst>
            <pc:docMk/>
            <pc:sldMk cId="189540671" sldId="2147480254"/>
            <ac:spMk id="146" creationId="{DE386F3E-367B-0AA4-A591-D2C61F1EE931}"/>
          </ac:spMkLst>
        </pc:spChg>
        <pc:spChg chg="add 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56" creationId="{48415AA5-E83A-9D0C-EB1D-38558DD74335}"/>
          </ac:spMkLst>
        </pc:spChg>
        <pc:spChg chg="add 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78" creationId="{A599A9E9-07B2-3FE3-78D4-B726CFDB48FF}"/>
          </ac:spMkLst>
        </pc:spChg>
        <pc:spChg chg="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80" creationId="{CA202829-BECC-5476-AF5B-7215D0A4B0FC}"/>
          </ac:spMkLst>
        </pc:spChg>
        <pc:spChg chg="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83" creationId="{39C95EE9-B6EB-F72E-BFCF-ADAD32BA50BA}"/>
          </ac:spMkLst>
        </pc:spChg>
        <pc:spChg chg="add 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90" creationId="{31CFA7AE-6273-AB26-E5D9-FEE22DD4C847}"/>
          </ac:spMkLst>
        </pc:spChg>
        <pc:spChg chg="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93" creationId="{FC71560B-7DFA-3ECE-20DB-FC531B8571BA}"/>
          </ac:spMkLst>
        </pc:spChg>
        <pc:spChg chg="add 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196" creationId="{24086DBD-7E92-644D-6F36-560C9D859DCD}"/>
          </ac:spMkLst>
        </pc:spChg>
        <pc:spChg chg="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205" creationId="{113247A8-C994-F319-E43F-4C28E213E78D}"/>
          </ac:spMkLst>
        </pc:spChg>
        <pc:spChg chg="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206" creationId="{04F75922-4BCC-00FF-925F-B87758E7E014}"/>
          </ac:spMkLst>
        </pc:spChg>
        <pc:spChg chg="add mod">
          <ac:chgData name="기복 이" userId="b0430539663acfc1" providerId="LiveId" clId="{4B1CE6EB-5A36-4613-A5EF-AB0EE20735EB}" dt="2025-07-20T22:04:50.638" v="792"/>
          <ac:spMkLst>
            <pc:docMk/>
            <pc:sldMk cId="189540671" sldId="2147480254"/>
            <ac:spMk id="213" creationId="{D978D56A-3C53-5A41-FC68-ED3C2C5A19A5}"/>
          </ac:spMkLst>
        </pc:spChg>
        <pc:spChg chg="mod">
          <ac:chgData name="기복 이" userId="b0430539663acfc1" providerId="LiveId" clId="{4B1CE6EB-5A36-4613-A5EF-AB0EE20735EB}" dt="2025-07-20T23:03:01.718" v="1964" actId="207"/>
          <ac:spMkLst>
            <pc:docMk/>
            <pc:sldMk cId="189540671" sldId="2147480254"/>
            <ac:spMk id="216" creationId="{EA4747CE-E938-F173-E2F4-3FCF9B54BFE6}"/>
          </ac:spMkLst>
        </pc:spChg>
        <pc:spChg chg="add del mod">
          <ac:chgData name="기복 이" userId="b0430539663acfc1" providerId="LiveId" clId="{4B1CE6EB-5A36-4613-A5EF-AB0EE20735EB}" dt="2025-07-21T00:02:13.589" v="3551" actId="14100"/>
          <ac:spMkLst>
            <pc:docMk/>
            <pc:sldMk cId="189540671" sldId="2147480254"/>
            <ac:spMk id="217" creationId="{24530625-51E3-A311-902E-0494420A033B}"/>
          </ac:spMkLst>
        </pc:spChg>
        <pc:spChg chg="mod">
          <ac:chgData name="기복 이" userId="b0430539663acfc1" providerId="LiveId" clId="{4B1CE6EB-5A36-4613-A5EF-AB0EE20735EB}" dt="2025-07-20T23:19:32.711" v="2344" actId="403"/>
          <ac:spMkLst>
            <pc:docMk/>
            <pc:sldMk cId="189540671" sldId="2147480254"/>
            <ac:spMk id="219" creationId="{F05CF083-DCB6-A052-C2CF-059F90BA7F1D}"/>
          </ac:spMkLst>
        </pc:spChg>
        <pc:spChg chg="del mod">
          <ac:chgData name="기복 이" userId="b0430539663acfc1" providerId="LiveId" clId="{4B1CE6EB-5A36-4613-A5EF-AB0EE20735EB}" dt="2025-07-20T23:44:21.911" v="3263"/>
          <ac:spMkLst>
            <pc:docMk/>
            <pc:sldMk cId="189540671" sldId="2147480254"/>
            <ac:spMk id="221" creationId="{19A0743F-B38F-D79C-175E-F23F31967654}"/>
          </ac:spMkLst>
        </pc:spChg>
        <pc:spChg chg="mod">
          <ac:chgData name="기복 이" userId="b0430539663acfc1" providerId="LiveId" clId="{4B1CE6EB-5A36-4613-A5EF-AB0EE20735EB}" dt="2025-07-20T23:19:32.711" v="2344" actId="403"/>
          <ac:spMkLst>
            <pc:docMk/>
            <pc:sldMk cId="189540671" sldId="2147480254"/>
            <ac:spMk id="223" creationId="{55C8CFED-25AA-1A8B-01FA-27F0DC269EBE}"/>
          </ac:spMkLst>
        </pc:spChg>
        <pc:spChg chg="mod">
          <ac:chgData name="기복 이" userId="b0430539663acfc1" providerId="LiveId" clId="{4B1CE6EB-5A36-4613-A5EF-AB0EE20735EB}" dt="2025-07-20T23:47:22.839" v="3318" actId="552"/>
          <ac:spMkLst>
            <pc:docMk/>
            <pc:sldMk cId="189540671" sldId="2147480254"/>
            <ac:spMk id="225" creationId="{EF11D94B-0F3C-3EFC-40F0-83E4563EB9B8}"/>
          </ac:spMkLst>
        </pc:spChg>
        <pc:spChg chg="mod">
          <ac:chgData name="기복 이" userId="b0430539663acfc1" providerId="LiveId" clId="{4B1CE6EB-5A36-4613-A5EF-AB0EE20735EB}" dt="2025-07-20T23:19:32.711" v="2344" actId="403"/>
          <ac:spMkLst>
            <pc:docMk/>
            <pc:sldMk cId="189540671" sldId="2147480254"/>
            <ac:spMk id="227" creationId="{F94D30C9-DA25-9595-AA0A-FD4ABB4B8FEB}"/>
          </ac:spMkLst>
        </pc:spChg>
        <pc:spChg chg="del mod">
          <ac:chgData name="기복 이" userId="b0430539663acfc1" providerId="LiveId" clId="{4B1CE6EB-5A36-4613-A5EF-AB0EE20735EB}" dt="2025-07-20T23:45:35.261" v="3298"/>
          <ac:spMkLst>
            <pc:docMk/>
            <pc:sldMk cId="189540671" sldId="2147480254"/>
            <ac:spMk id="229" creationId="{06DDE964-8DB0-E597-F750-F08F50FCFEE3}"/>
          </ac:spMkLst>
        </pc:spChg>
        <pc:spChg chg="mod">
          <ac:chgData name="기복 이" userId="b0430539663acfc1" providerId="LiveId" clId="{4B1CE6EB-5A36-4613-A5EF-AB0EE20735EB}" dt="2025-07-20T23:19:32.711" v="2344" actId="403"/>
          <ac:spMkLst>
            <pc:docMk/>
            <pc:sldMk cId="189540671" sldId="2147480254"/>
            <ac:spMk id="231" creationId="{BC605169-4722-9A32-A00B-4F96E3CCD1ED}"/>
          </ac:spMkLst>
        </pc:spChg>
        <pc:spChg chg="mod">
          <ac:chgData name="기복 이" userId="b0430539663acfc1" providerId="LiveId" clId="{4B1CE6EB-5A36-4613-A5EF-AB0EE20735EB}" dt="2025-07-20T23:47:22.839" v="3318" actId="552"/>
          <ac:spMkLst>
            <pc:docMk/>
            <pc:sldMk cId="189540671" sldId="2147480254"/>
            <ac:spMk id="233" creationId="{2A39B093-7583-BBF9-AA17-B72B4C1C22BB}"/>
          </ac:spMkLst>
        </pc:spChg>
        <pc:spChg chg="mod">
          <ac:chgData name="기복 이" userId="b0430539663acfc1" providerId="LiveId" clId="{4B1CE6EB-5A36-4613-A5EF-AB0EE20735EB}" dt="2025-07-20T23:19:28.543" v="2343" actId="14100"/>
          <ac:spMkLst>
            <pc:docMk/>
            <pc:sldMk cId="189540671" sldId="2147480254"/>
            <ac:spMk id="234" creationId="{54CAC690-7F27-7DDA-7140-8427B25DB504}"/>
          </ac:spMkLst>
        </pc:spChg>
        <pc:spChg chg="mod">
          <ac:chgData name="기복 이" userId="b0430539663acfc1" providerId="LiveId" clId="{4B1CE6EB-5A36-4613-A5EF-AB0EE20735EB}" dt="2025-07-20T22:10:45.703" v="907" actId="403"/>
          <ac:spMkLst>
            <pc:docMk/>
            <pc:sldMk cId="189540671" sldId="2147480254"/>
            <ac:spMk id="237" creationId="{3089BF9C-0D58-42A0-609D-5AE9A4142523}"/>
          </ac:spMkLst>
        </pc:spChg>
        <pc:spChg chg="mod">
          <ac:chgData name="기복 이" userId="b0430539663acfc1" providerId="LiveId" clId="{4B1CE6EB-5A36-4613-A5EF-AB0EE20735EB}" dt="2025-07-20T22:05:12.047" v="794"/>
          <ac:spMkLst>
            <pc:docMk/>
            <pc:sldMk cId="189540671" sldId="2147480254"/>
            <ac:spMk id="238" creationId="{7F8B9784-C6DF-6FFB-B735-5D7DDBE09094}"/>
          </ac:spMkLst>
        </pc:spChg>
        <pc:spChg chg="mod">
          <ac:chgData name="기복 이" userId="b0430539663acfc1" providerId="LiveId" clId="{4B1CE6EB-5A36-4613-A5EF-AB0EE20735EB}" dt="2025-07-20T22:10:45.703" v="907" actId="403"/>
          <ac:spMkLst>
            <pc:docMk/>
            <pc:sldMk cId="189540671" sldId="2147480254"/>
            <ac:spMk id="239" creationId="{F9070C5C-380C-2CA4-4C70-F9B8D81BEE74}"/>
          </ac:spMkLst>
        </pc:spChg>
        <pc:spChg chg="mod">
          <ac:chgData name="기복 이" userId="b0430539663acfc1" providerId="LiveId" clId="{4B1CE6EB-5A36-4613-A5EF-AB0EE20735EB}" dt="2025-07-20T23:03:06.257" v="1965" actId="207"/>
          <ac:spMkLst>
            <pc:docMk/>
            <pc:sldMk cId="189540671" sldId="2147480254"/>
            <ac:spMk id="240" creationId="{E848DAD4-FCB4-328A-7C73-1B60D06600FD}"/>
          </ac:spMkLst>
        </pc:spChg>
        <pc:spChg chg="add mod">
          <ac:chgData name="기복 이" userId="b0430539663acfc1" providerId="LiveId" clId="{4B1CE6EB-5A36-4613-A5EF-AB0EE20735EB}" dt="2025-07-20T23:06:46.193" v="2029" actId="554"/>
          <ac:spMkLst>
            <pc:docMk/>
            <pc:sldMk cId="189540671" sldId="2147480254"/>
            <ac:spMk id="245" creationId="{4C7B0EA6-BDE1-ED49-4114-8EF057A15D43}"/>
          </ac:spMkLst>
        </pc:spChg>
        <pc:spChg chg="add del mod">
          <ac:chgData name="기복 이" userId="b0430539663acfc1" providerId="LiveId" clId="{4B1CE6EB-5A36-4613-A5EF-AB0EE20735EB}" dt="2025-07-20T23:03:51.092" v="1976"/>
          <ac:spMkLst>
            <pc:docMk/>
            <pc:sldMk cId="189540671" sldId="2147480254"/>
            <ac:spMk id="246" creationId="{A31148F9-7186-2314-D9F2-B9A6F4F1FB97}"/>
          </ac:spMkLst>
        </pc:spChg>
        <pc:spChg chg="add del mod">
          <ac:chgData name="기복 이" userId="b0430539663acfc1" providerId="LiveId" clId="{4B1CE6EB-5A36-4613-A5EF-AB0EE20735EB}" dt="2025-07-20T23:04:15.024" v="1985"/>
          <ac:spMkLst>
            <pc:docMk/>
            <pc:sldMk cId="189540671" sldId="2147480254"/>
            <ac:spMk id="247" creationId="{A554BE65-4030-AD32-438E-97E04A1E8C8E}"/>
          </ac:spMkLst>
        </pc:spChg>
        <pc:spChg chg="mod">
          <ac:chgData name="기복 이" userId="b0430539663acfc1" providerId="LiveId" clId="{4B1CE6EB-5A36-4613-A5EF-AB0EE20735EB}" dt="2025-07-20T22:05:12.047" v="794"/>
          <ac:spMkLst>
            <pc:docMk/>
            <pc:sldMk cId="189540671" sldId="2147480254"/>
            <ac:spMk id="251" creationId="{D3B1F9B7-D386-BA84-8FA7-F9F9CA792FC1}"/>
          </ac:spMkLst>
        </pc:spChg>
        <pc:spChg chg="mod">
          <ac:chgData name="기복 이" userId="b0430539663acfc1" providerId="LiveId" clId="{4B1CE6EB-5A36-4613-A5EF-AB0EE20735EB}" dt="2025-07-20T22:05:12.047" v="794"/>
          <ac:spMkLst>
            <pc:docMk/>
            <pc:sldMk cId="189540671" sldId="2147480254"/>
            <ac:spMk id="252" creationId="{2180E2E4-86BF-E64B-6EDB-8DC3151B73D0}"/>
          </ac:spMkLst>
        </pc:spChg>
        <pc:spChg chg="mod">
          <ac:chgData name="기복 이" userId="b0430539663acfc1" providerId="LiveId" clId="{4B1CE6EB-5A36-4613-A5EF-AB0EE20735EB}" dt="2025-07-20T23:03:06.257" v="1965" actId="207"/>
          <ac:spMkLst>
            <pc:docMk/>
            <pc:sldMk cId="189540671" sldId="2147480254"/>
            <ac:spMk id="253" creationId="{DFA691F5-B010-CA4C-053E-1220F5447791}"/>
          </ac:spMkLst>
        </pc:spChg>
        <pc:spChg chg="mod">
          <ac:chgData name="기복 이" userId="b0430539663acfc1" providerId="LiveId" clId="{4B1CE6EB-5A36-4613-A5EF-AB0EE20735EB}" dt="2025-07-20T23:06:46.193" v="2029" actId="554"/>
          <ac:spMkLst>
            <pc:docMk/>
            <pc:sldMk cId="189540671" sldId="2147480254"/>
            <ac:spMk id="258" creationId="{0375A211-A7A8-93DB-18FB-9E6183CC9805}"/>
          </ac:spMkLst>
        </pc:spChg>
        <pc:spChg chg="del mod">
          <ac:chgData name="기복 이" userId="b0430539663acfc1" providerId="LiveId" clId="{4B1CE6EB-5A36-4613-A5EF-AB0EE20735EB}" dt="2025-07-20T23:05:32.945" v="2011"/>
          <ac:spMkLst>
            <pc:docMk/>
            <pc:sldMk cId="189540671" sldId="2147480254"/>
            <ac:spMk id="259" creationId="{5A828272-9E0E-35BD-A049-38D71A8C1257}"/>
          </ac:spMkLst>
        </pc:spChg>
        <pc:spChg chg="mod">
          <ac:chgData name="기복 이" userId="b0430539663acfc1" providerId="LiveId" clId="{4B1CE6EB-5A36-4613-A5EF-AB0EE20735EB}" dt="2025-07-20T22:10:45.703" v="907" actId="403"/>
          <ac:spMkLst>
            <pc:docMk/>
            <pc:sldMk cId="189540671" sldId="2147480254"/>
            <ac:spMk id="261" creationId="{B6F82F55-2019-2FD0-ED83-D1385DC05383}"/>
          </ac:spMkLst>
        </pc:spChg>
        <pc:spChg chg="mod">
          <ac:chgData name="기복 이" userId="b0430539663acfc1" providerId="LiveId" clId="{4B1CE6EB-5A36-4613-A5EF-AB0EE20735EB}" dt="2025-07-20T22:05:12.047" v="794"/>
          <ac:spMkLst>
            <pc:docMk/>
            <pc:sldMk cId="189540671" sldId="2147480254"/>
            <ac:spMk id="262" creationId="{D8F36802-E636-7725-E7A5-1665E226A807}"/>
          </ac:spMkLst>
        </pc:spChg>
        <pc:spChg chg="mod">
          <ac:chgData name="기복 이" userId="b0430539663acfc1" providerId="LiveId" clId="{4B1CE6EB-5A36-4613-A5EF-AB0EE20735EB}" dt="2025-07-20T23:03:06.257" v="1965" actId="207"/>
          <ac:spMkLst>
            <pc:docMk/>
            <pc:sldMk cId="189540671" sldId="2147480254"/>
            <ac:spMk id="265" creationId="{054D079B-D73E-C932-F5E7-655D49F2283A}"/>
          </ac:spMkLst>
        </pc:spChg>
        <pc:spChg chg="mod">
          <ac:chgData name="기복 이" userId="b0430539663acfc1" providerId="LiveId" clId="{4B1CE6EB-5A36-4613-A5EF-AB0EE20735EB}" dt="2025-07-20T23:07:07.046" v="2038" actId="1036"/>
          <ac:spMkLst>
            <pc:docMk/>
            <pc:sldMk cId="189540671" sldId="2147480254"/>
            <ac:spMk id="270" creationId="{DBCBE59C-2BC6-D918-C1E7-56A62A520783}"/>
          </ac:spMkLst>
        </pc:spChg>
        <pc:spChg chg="del mod">
          <ac:chgData name="기복 이" userId="b0430539663acfc1" providerId="LiveId" clId="{4B1CE6EB-5A36-4613-A5EF-AB0EE20735EB}" dt="2025-07-20T23:05:32.945" v="2013"/>
          <ac:spMkLst>
            <pc:docMk/>
            <pc:sldMk cId="189540671" sldId="2147480254"/>
            <ac:spMk id="271" creationId="{AC0D84DD-F1FA-8465-3FA0-6CB6BA14C2F9}"/>
          </ac:spMkLst>
        </pc:spChg>
        <pc:spChg chg="mod">
          <ac:chgData name="기복 이" userId="b0430539663acfc1" providerId="LiveId" clId="{4B1CE6EB-5A36-4613-A5EF-AB0EE20735EB}" dt="2025-07-20T22:05:12.047" v="794"/>
          <ac:spMkLst>
            <pc:docMk/>
            <pc:sldMk cId="189540671" sldId="2147480254"/>
            <ac:spMk id="275" creationId="{367D321A-32EC-2CDB-988D-2BB2C5F6E7A3}"/>
          </ac:spMkLst>
        </pc:spChg>
        <pc:spChg chg="mod">
          <ac:chgData name="기복 이" userId="b0430539663acfc1" providerId="LiveId" clId="{4B1CE6EB-5A36-4613-A5EF-AB0EE20735EB}" dt="2025-07-20T23:03:06.257" v="1965" actId="207"/>
          <ac:spMkLst>
            <pc:docMk/>
            <pc:sldMk cId="189540671" sldId="2147480254"/>
            <ac:spMk id="277" creationId="{94551F59-6F28-20F3-B0BE-83BD9C35A92C}"/>
          </ac:spMkLst>
        </pc:spChg>
        <pc:spChg chg="mod">
          <ac:chgData name="기복 이" userId="b0430539663acfc1" providerId="LiveId" clId="{4B1CE6EB-5A36-4613-A5EF-AB0EE20735EB}" dt="2025-07-20T23:06:46.193" v="2029" actId="554"/>
          <ac:spMkLst>
            <pc:docMk/>
            <pc:sldMk cId="189540671" sldId="2147480254"/>
            <ac:spMk id="282" creationId="{167541B4-4961-A3A0-888F-A105DDA1915E}"/>
          </ac:spMkLst>
        </pc:spChg>
        <pc:spChg chg="del mod">
          <ac:chgData name="기복 이" userId="b0430539663acfc1" providerId="LiveId" clId="{4B1CE6EB-5A36-4613-A5EF-AB0EE20735EB}" dt="2025-07-20T23:05:46.236" v="2018"/>
          <ac:spMkLst>
            <pc:docMk/>
            <pc:sldMk cId="189540671" sldId="2147480254"/>
            <ac:spMk id="283" creationId="{E86154A4-2D9B-D281-A4D4-DD57D4AAACAC}"/>
          </ac:spMkLst>
        </pc:spChg>
        <pc:spChg chg="add del mod">
          <ac:chgData name="기복 이" userId="b0430539663acfc1" providerId="LiveId" clId="{4B1CE6EB-5A36-4613-A5EF-AB0EE20735EB}" dt="2025-07-20T23:05:54.714" v="2023"/>
          <ac:spMkLst>
            <pc:docMk/>
            <pc:sldMk cId="189540671" sldId="2147480254"/>
            <ac:spMk id="284" creationId="{F5AAD9E5-C714-25DB-9CC1-3E563697D0AF}"/>
          </ac:spMkLst>
        </pc:spChg>
        <pc:spChg chg="add mod">
          <ac:chgData name="기복 이" userId="b0430539663acfc1" providerId="LiveId" clId="{4B1CE6EB-5A36-4613-A5EF-AB0EE20735EB}" dt="2025-07-20T23:47:15.873" v="3317" actId="552"/>
          <ac:spMkLst>
            <pc:docMk/>
            <pc:sldMk cId="189540671" sldId="2147480254"/>
            <ac:spMk id="285" creationId="{1CF31AF1-DADB-DE15-417D-A7C54ED48ABE}"/>
          </ac:spMkLst>
        </pc:spChg>
        <pc:spChg chg="add mod">
          <ac:chgData name="기복 이" userId="b0430539663acfc1" providerId="LiveId" clId="{4B1CE6EB-5A36-4613-A5EF-AB0EE20735EB}" dt="2025-07-20T23:47:15.873" v="3317" actId="552"/>
          <ac:spMkLst>
            <pc:docMk/>
            <pc:sldMk cId="189540671" sldId="2147480254"/>
            <ac:spMk id="286" creationId="{0BEE9B07-35C1-7CE7-5BD5-61284BEC1587}"/>
          </ac:spMkLst>
        </pc:spChg>
        <pc:grpChg chg="mod">
          <ac:chgData name="기복 이" userId="b0430539663acfc1" providerId="LiveId" clId="{4B1CE6EB-5A36-4613-A5EF-AB0EE20735EB}" dt="2025-07-20T23:19:36.141" v="2346" actId="14100"/>
          <ac:grpSpMkLst>
            <pc:docMk/>
            <pc:sldMk cId="189540671" sldId="2147480254"/>
            <ac:grpSpMk id="218" creationId="{5C148A49-A6F9-FA95-9854-63E2D0B4BBF8}"/>
          </ac:grpSpMkLst>
        </pc:grpChg>
        <pc:grpChg chg="mod">
          <ac:chgData name="기복 이" userId="b0430539663acfc1" providerId="LiveId" clId="{4B1CE6EB-5A36-4613-A5EF-AB0EE20735EB}" dt="2025-07-20T23:19:36.141" v="2346" actId="14100"/>
          <ac:grpSpMkLst>
            <pc:docMk/>
            <pc:sldMk cId="189540671" sldId="2147480254"/>
            <ac:grpSpMk id="222" creationId="{55782185-99BC-8DAD-D36C-6451875E7CDF}"/>
          </ac:grpSpMkLst>
        </pc:grpChg>
        <pc:grpChg chg="mod">
          <ac:chgData name="기복 이" userId="b0430539663acfc1" providerId="LiveId" clId="{4B1CE6EB-5A36-4613-A5EF-AB0EE20735EB}" dt="2025-07-20T23:19:36.141" v="2346" actId="14100"/>
          <ac:grpSpMkLst>
            <pc:docMk/>
            <pc:sldMk cId="189540671" sldId="2147480254"/>
            <ac:grpSpMk id="226" creationId="{68A5CE24-CABE-7E23-CEE7-825F569D4B0A}"/>
          </ac:grpSpMkLst>
        </pc:grpChg>
        <pc:grpChg chg="mod">
          <ac:chgData name="기복 이" userId="b0430539663acfc1" providerId="LiveId" clId="{4B1CE6EB-5A36-4613-A5EF-AB0EE20735EB}" dt="2025-07-20T23:19:36.141" v="2346" actId="14100"/>
          <ac:grpSpMkLst>
            <pc:docMk/>
            <pc:sldMk cId="189540671" sldId="2147480254"/>
            <ac:grpSpMk id="230" creationId="{1B5A176F-14AD-1C86-52E0-FB78F0290A1A}"/>
          </ac:grpSpMkLst>
        </pc:grpChg>
        <pc:grpChg chg="del">
          <ac:chgData name="기복 이" userId="b0430539663acfc1" providerId="LiveId" clId="{4B1CE6EB-5A36-4613-A5EF-AB0EE20735EB}" dt="2025-07-20T23:03:08.703" v="1966" actId="478"/>
          <ac:grpSpMkLst>
            <pc:docMk/>
            <pc:sldMk cId="189540671" sldId="2147480254"/>
            <ac:grpSpMk id="241" creationId="{108322E5-0B0D-7982-C4D0-69439E542985}"/>
          </ac:grpSpMkLst>
        </pc:grpChg>
        <pc:grpChg chg="del">
          <ac:chgData name="기복 이" userId="b0430539663acfc1" providerId="LiveId" clId="{4B1CE6EB-5A36-4613-A5EF-AB0EE20735EB}" dt="2025-07-20T23:03:10.752" v="1967" actId="478"/>
          <ac:grpSpMkLst>
            <pc:docMk/>
            <pc:sldMk cId="189540671" sldId="2147480254"/>
            <ac:grpSpMk id="254" creationId="{C01261B0-DA92-9677-EAFB-F63B3ABDC1A4}"/>
          </ac:grpSpMkLst>
        </pc:grpChg>
        <pc:grpChg chg="del">
          <ac:chgData name="기복 이" userId="b0430539663acfc1" providerId="LiveId" clId="{4B1CE6EB-5A36-4613-A5EF-AB0EE20735EB}" dt="2025-07-20T23:03:11.836" v="1968" actId="478"/>
          <ac:grpSpMkLst>
            <pc:docMk/>
            <pc:sldMk cId="189540671" sldId="2147480254"/>
            <ac:grpSpMk id="266" creationId="{37D9BB11-D79B-0B56-CA53-B71A91CA8C86}"/>
          </ac:grpSpMkLst>
        </pc:grpChg>
        <pc:grpChg chg="add del">
          <ac:chgData name="기복 이" userId="b0430539663acfc1" providerId="LiveId" clId="{4B1CE6EB-5A36-4613-A5EF-AB0EE20735EB}" dt="2025-07-20T23:05:32.944" v="2009" actId="478"/>
          <ac:grpSpMkLst>
            <pc:docMk/>
            <pc:sldMk cId="189540671" sldId="2147480254"/>
            <ac:grpSpMk id="278" creationId="{14B175E2-2375-A5AB-CAE0-2212ADAFBC32}"/>
          </ac:grpSpMkLst>
        </pc:grpChg>
        <pc:graphicFrameChg chg="del">
          <ac:chgData name="기복 이" userId="b0430539663acfc1" providerId="LiveId" clId="{4B1CE6EB-5A36-4613-A5EF-AB0EE20735EB}" dt="2025-07-20T22:04:26.766" v="771" actId="478"/>
          <ac:graphicFrameMkLst>
            <pc:docMk/>
            <pc:sldMk cId="189540671" sldId="2147480254"/>
            <ac:graphicFrameMk id="3" creationId="{D9B96A1E-3A9C-FF57-E3DA-FB70ECD381DD}"/>
          </ac:graphicFrameMkLst>
        </pc:graphicFrameChg>
      </pc:sldChg>
      <pc:sldChg chg="addSp delSp modSp add mod">
        <pc:chgData name="기복 이" userId="b0430539663acfc1" providerId="LiveId" clId="{4B1CE6EB-5A36-4613-A5EF-AB0EE20735EB}" dt="2025-07-21T00:50:11.520" v="5354" actId="20577"/>
        <pc:sldMkLst>
          <pc:docMk/>
          <pc:sldMk cId="3127228473" sldId="2147480255"/>
        </pc:sldMkLst>
        <pc:spChg chg="mod">
          <ac:chgData name="기복 이" userId="b0430539663acfc1" providerId="LiveId" clId="{4B1CE6EB-5A36-4613-A5EF-AB0EE20735EB}" dt="2025-07-21T00:47:10.211" v="5095" actId="1076"/>
          <ac:spMkLst>
            <pc:docMk/>
            <pc:sldMk cId="3127228473" sldId="2147480255"/>
            <ac:spMk id="2" creationId="{77755EDE-A366-FD2B-68A8-358B6484A8FA}"/>
          </ac:spMkLst>
        </pc:spChg>
        <pc:spChg chg="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3" creationId="{CE718122-368F-380B-6630-6BC6900AA68A}"/>
          </ac:spMkLst>
        </pc:spChg>
        <pc:spChg chg="mod">
          <ac:chgData name="기복 이" userId="b0430539663acfc1" providerId="LiveId" clId="{4B1CE6EB-5A36-4613-A5EF-AB0EE20735EB}" dt="2025-07-20T23:09:14.762" v="2051" actId="207"/>
          <ac:spMkLst>
            <pc:docMk/>
            <pc:sldMk cId="3127228473" sldId="2147480255"/>
            <ac:spMk id="5" creationId="{B4A16539-A422-40C8-944E-1055EA7C456C}"/>
          </ac:spMkLst>
        </pc:spChg>
        <pc:spChg chg="mod">
          <ac:chgData name="기복 이" userId="b0430539663acfc1" providerId="LiveId" clId="{4B1CE6EB-5A36-4613-A5EF-AB0EE20735EB}" dt="2025-07-20T23:09:14.762" v="2051" actId="207"/>
          <ac:spMkLst>
            <pc:docMk/>
            <pc:sldMk cId="3127228473" sldId="2147480255"/>
            <ac:spMk id="6" creationId="{DAA8F3EB-82F4-5936-76BC-AD5305323B4B}"/>
          </ac:spMkLst>
        </pc:spChg>
        <pc:spChg chg="del mod">
          <ac:chgData name="기복 이" userId="b0430539663acfc1" providerId="LiveId" clId="{4B1CE6EB-5A36-4613-A5EF-AB0EE20735EB}" dt="2025-07-20T23:25:18.973" v="2892" actId="478"/>
          <ac:spMkLst>
            <pc:docMk/>
            <pc:sldMk cId="3127228473" sldId="2147480255"/>
            <ac:spMk id="8" creationId="{D46CBBCF-AD3E-B1B5-D605-4B75A33D77E1}"/>
          </ac:spMkLst>
        </pc:spChg>
        <pc:spChg chg="mod">
          <ac:chgData name="기복 이" userId="b0430539663acfc1" providerId="LiveId" clId="{4B1CE6EB-5A36-4613-A5EF-AB0EE20735EB}" dt="2025-07-21T00:47:03.415" v="5093"/>
          <ac:spMkLst>
            <pc:docMk/>
            <pc:sldMk cId="3127228473" sldId="2147480255"/>
            <ac:spMk id="11" creationId="{C5A28CAD-4607-382F-B69B-8CC99938DF6B}"/>
          </ac:spMkLst>
        </pc:spChg>
        <pc:spChg chg="mod">
          <ac:chgData name="기복 이" userId="b0430539663acfc1" providerId="LiveId" clId="{4B1CE6EB-5A36-4613-A5EF-AB0EE20735EB}" dt="2025-07-20T23:09:14.762" v="2051" actId="207"/>
          <ac:spMkLst>
            <pc:docMk/>
            <pc:sldMk cId="3127228473" sldId="2147480255"/>
            <ac:spMk id="13" creationId="{535859B9-4C65-50F4-B534-7A322C25DB8C}"/>
          </ac:spMkLst>
        </pc:spChg>
        <pc:spChg chg="mod">
          <ac:chgData name="기복 이" userId="b0430539663acfc1" providerId="LiveId" clId="{4B1CE6EB-5A36-4613-A5EF-AB0EE20735EB}" dt="2025-07-20T23:09:14.762" v="2051" actId="207"/>
          <ac:spMkLst>
            <pc:docMk/>
            <pc:sldMk cId="3127228473" sldId="2147480255"/>
            <ac:spMk id="14" creationId="{97A2CC57-FE96-C2BC-955F-19C5AB5894D9}"/>
          </ac:spMkLst>
        </pc:spChg>
        <pc:spChg chg="add del mod">
          <ac:chgData name="기복 이" userId="b0430539663acfc1" providerId="LiveId" clId="{4B1CE6EB-5A36-4613-A5EF-AB0EE20735EB}" dt="2025-07-20T23:25:18.973" v="2892" actId="478"/>
          <ac:spMkLst>
            <pc:docMk/>
            <pc:sldMk cId="3127228473" sldId="2147480255"/>
            <ac:spMk id="16" creationId="{33745AB3-C0FE-8ADF-462F-29C7E90CC926}"/>
          </ac:spMkLst>
        </pc:spChg>
        <pc:spChg chg="mod">
          <ac:chgData name="기복 이" userId="b0430539663acfc1" providerId="LiveId" clId="{4B1CE6EB-5A36-4613-A5EF-AB0EE20735EB}" dt="2025-07-20T23:53:39.754" v="3415" actId="113"/>
          <ac:spMkLst>
            <pc:docMk/>
            <pc:sldMk cId="3127228473" sldId="2147480255"/>
            <ac:spMk id="19" creationId="{DB3D90C4-CD69-9D6F-4DF1-ED6EAD32FEAC}"/>
          </ac:spMkLst>
        </pc:spChg>
        <pc:spChg chg="del mod">
          <ac:chgData name="기복 이" userId="b0430539663acfc1" providerId="LiveId" clId="{4B1CE6EB-5A36-4613-A5EF-AB0EE20735EB}" dt="2025-07-20T23:24:29.278" v="2768" actId="478"/>
          <ac:spMkLst>
            <pc:docMk/>
            <pc:sldMk cId="3127228473" sldId="2147480255"/>
            <ac:spMk id="20" creationId="{B07FD8E1-DE00-18DD-2B53-F242ADB8BA1F}"/>
          </ac:spMkLst>
        </pc:spChg>
        <pc:spChg chg="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21" creationId="{B11F65CA-604E-76A2-3268-AD925F8E1322}"/>
          </ac:spMkLst>
        </pc:spChg>
        <pc:spChg chg="mod">
          <ac:chgData name="기복 이" userId="b0430539663acfc1" providerId="LiveId" clId="{4B1CE6EB-5A36-4613-A5EF-AB0EE20735EB}" dt="2025-07-20T22:25:28.365" v="1153" actId="2711"/>
          <ac:spMkLst>
            <pc:docMk/>
            <pc:sldMk cId="3127228473" sldId="2147480255"/>
            <ac:spMk id="23" creationId="{479DA6D7-EF2D-E1B7-5D1F-12E41E2A1AD1}"/>
          </ac:spMkLst>
        </pc:spChg>
        <pc:spChg chg="mod">
          <ac:chgData name="기복 이" userId="b0430539663acfc1" providerId="LiveId" clId="{4B1CE6EB-5A36-4613-A5EF-AB0EE20735EB}" dt="2025-07-20T23:53:39.754" v="3415" actId="113"/>
          <ac:spMkLst>
            <pc:docMk/>
            <pc:sldMk cId="3127228473" sldId="2147480255"/>
            <ac:spMk id="24" creationId="{2962A33E-99F0-4A09-F682-E7DFF11E15DA}"/>
          </ac:spMkLst>
        </pc:spChg>
        <pc:spChg chg="add 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26" creationId="{D89276B2-7CC8-3DA0-E32C-7EC3AE5B4F8F}"/>
          </ac:spMkLst>
        </pc:spChg>
        <pc:spChg chg="mod">
          <ac:chgData name="기복 이" userId="b0430539663acfc1" providerId="LiveId" clId="{4B1CE6EB-5A36-4613-A5EF-AB0EE20735EB}" dt="2025-07-20T23:53:39.754" v="3415" actId="113"/>
          <ac:spMkLst>
            <pc:docMk/>
            <pc:sldMk cId="3127228473" sldId="2147480255"/>
            <ac:spMk id="29" creationId="{9AE67996-3018-E203-2A26-E1FA8B26231A}"/>
          </ac:spMkLst>
        </pc:spChg>
        <pc:spChg chg="mod">
          <ac:chgData name="기복 이" userId="b0430539663acfc1" providerId="LiveId" clId="{4B1CE6EB-5A36-4613-A5EF-AB0EE20735EB}" dt="2025-07-20T23:26:21.609" v="2909" actId="113"/>
          <ac:spMkLst>
            <pc:docMk/>
            <pc:sldMk cId="3127228473" sldId="2147480255"/>
            <ac:spMk id="30" creationId="{95F646E1-8B4A-8B3F-18CB-10758FDD3917}"/>
          </ac:spMkLst>
        </pc:spChg>
        <pc:spChg chg="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32" creationId="{3CCA8A28-4A54-0CAF-3E44-F1149C97B038}"/>
          </ac:spMkLst>
        </pc:spChg>
        <pc:spChg chg="mod">
          <ac:chgData name="기복 이" userId="b0430539663acfc1" providerId="LiveId" clId="{4B1CE6EB-5A36-4613-A5EF-AB0EE20735EB}" dt="2025-07-20T23:26:21.609" v="2909" actId="113"/>
          <ac:spMkLst>
            <pc:docMk/>
            <pc:sldMk cId="3127228473" sldId="2147480255"/>
            <ac:spMk id="34" creationId="{B71400BC-C0E2-091D-FF9E-915132718DD3}"/>
          </ac:spMkLst>
        </pc:spChg>
        <pc:spChg chg="add mod">
          <ac:chgData name="기복 이" userId="b0430539663acfc1" providerId="LiveId" clId="{4B1CE6EB-5A36-4613-A5EF-AB0EE20735EB}" dt="2025-07-20T23:52:22.339" v="3379" actId="1036"/>
          <ac:spMkLst>
            <pc:docMk/>
            <pc:sldMk cId="3127228473" sldId="2147480255"/>
            <ac:spMk id="36" creationId="{10B15354-FF2A-ED0B-1A58-E966ED644EA4}"/>
          </ac:spMkLst>
        </pc:spChg>
        <pc:spChg chg="mod">
          <ac:chgData name="기복 이" userId="b0430539663acfc1" providerId="LiveId" clId="{4B1CE6EB-5A36-4613-A5EF-AB0EE20735EB}" dt="2025-07-20T23:53:39.754" v="3415" actId="113"/>
          <ac:spMkLst>
            <pc:docMk/>
            <pc:sldMk cId="3127228473" sldId="2147480255"/>
            <ac:spMk id="38" creationId="{82E322FC-68DA-511B-BB3C-FB5EFAE0286C}"/>
          </ac:spMkLst>
        </pc:spChg>
        <pc:spChg chg="mod">
          <ac:chgData name="기복 이" userId="b0430539663acfc1" providerId="LiveId" clId="{4B1CE6EB-5A36-4613-A5EF-AB0EE20735EB}" dt="2025-07-20T23:53:39.754" v="3415" actId="113"/>
          <ac:spMkLst>
            <pc:docMk/>
            <pc:sldMk cId="3127228473" sldId="2147480255"/>
            <ac:spMk id="40" creationId="{E284076B-1393-1A83-1C1D-18277AA56D42}"/>
          </ac:spMkLst>
        </pc:spChg>
        <pc:spChg chg="mod">
          <ac:chgData name="기복 이" userId="b0430539663acfc1" providerId="LiveId" clId="{4B1CE6EB-5A36-4613-A5EF-AB0EE20735EB}" dt="2025-07-20T23:26:21.609" v="2909" actId="113"/>
          <ac:spMkLst>
            <pc:docMk/>
            <pc:sldMk cId="3127228473" sldId="2147480255"/>
            <ac:spMk id="42" creationId="{7415AA21-960F-6F46-F44E-CC4A67C44F3F}"/>
          </ac:spMkLst>
        </pc:spChg>
        <pc:spChg chg="add mod">
          <ac:chgData name="기복 이" userId="b0430539663acfc1" providerId="LiveId" clId="{4B1CE6EB-5A36-4613-A5EF-AB0EE20735EB}" dt="2025-07-20T23:52:27.779" v="3384" actId="1036"/>
          <ac:spMkLst>
            <pc:docMk/>
            <pc:sldMk cId="3127228473" sldId="2147480255"/>
            <ac:spMk id="44" creationId="{6DA7C6C9-7388-683D-F756-A0DCF56A4CFE}"/>
          </ac:spMkLst>
        </pc:spChg>
        <pc:spChg chg="add 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45" creationId="{D2BB6676-04C1-C1F7-E7E1-642CFEB0AC82}"/>
          </ac:spMkLst>
        </pc:spChg>
        <pc:spChg chg="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46" creationId="{6773B9DA-CE7B-8E0F-FC05-373AA8F25259}"/>
          </ac:spMkLst>
        </pc:spChg>
        <pc:spChg chg="mod">
          <ac:chgData name="기복 이" userId="b0430539663acfc1" providerId="LiveId" clId="{4B1CE6EB-5A36-4613-A5EF-AB0EE20735EB}" dt="2025-07-20T23:53:46.591" v="3417" actId="113"/>
          <ac:spMkLst>
            <pc:docMk/>
            <pc:sldMk cId="3127228473" sldId="2147480255"/>
            <ac:spMk id="52" creationId="{1B51C3CC-935C-B832-4065-100FF54369A7}"/>
          </ac:spMkLst>
        </pc:spChg>
        <pc:spChg chg="add mod">
          <ac:chgData name="기복 이" userId="b0430539663acfc1" providerId="LiveId" clId="{4B1CE6EB-5A36-4613-A5EF-AB0EE20735EB}" dt="2025-07-20T23:54:03.303" v="3423" actId="113"/>
          <ac:spMkLst>
            <pc:docMk/>
            <pc:sldMk cId="3127228473" sldId="2147480255"/>
            <ac:spMk id="53" creationId="{5AF05DF6-AF80-E18D-C639-43B7BFE24334}"/>
          </ac:spMkLst>
        </pc:spChg>
        <pc:spChg chg="mod">
          <ac:chgData name="기복 이" userId="b0430539663acfc1" providerId="LiveId" clId="{4B1CE6EB-5A36-4613-A5EF-AB0EE20735EB}" dt="2025-07-20T23:54:18.398" v="3426" actId="113"/>
          <ac:spMkLst>
            <pc:docMk/>
            <pc:sldMk cId="3127228473" sldId="2147480255"/>
            <ac:spMk id="54" creationId="{9AE3E1CB-E9B8-4010-9314-DDF4208A60F7}"/>
          </ac:spMkLst>
        </pc:spChg>
        <pc:spChg chg="mod">
          <ac:chgData name="기복 이" userId="b0430539663acfc1" providerId="LiveId" clId="{4B1CE6EB-5A36-4613-A5EF-AB0EE20735EB}" dt="2025-07-20T23:54:34.878" v="3430" actId="113"/>
          <ac:spMkLst>
            <pc:docMk/>
            <pc:sldMk cId="3127228473" sldId="2147480255"/>
            <ac:spMk id="55" creationId="{FD3F2A03-E3C8-0AD4-BED9-19494BC284E5}"/>
          </ac:spMkLst>
        </pc:spChg>
        <pc:spChg chg="mod">
          <ac:chgData name="기복 이" userId="b0430539663acfc1" providerId="LiveId" clId="{4B1CE6EB-5A36-4613-A5EF-AB0EE20735EB}" dt="2025-07-21T00:48:56.613" v="5237"/>
          <ac:spMkLst>
            <pc:docMk/>
            <pc:sldMk cId="3127228473" sldId="2147480255"/>
            <ac:spMk id="56" creationId="{BAC72D7D-158A-AAFE-D756-8841F0BEBE0A}"/>
          </ac:spMkLst>
        </pc:spChg>
        <pc:spChg chg="mod">
          <ac:chgData name="기복 이" userId="b0430539663acfc1" providerId="LiveId" clId="{4B1CE6EB-5A36-4613-A5EF-AB0EE20735EB}" dt="2025-07-21T00:48:47.670" v="5235"/>
          <ac:spMkLst>
            <pc:docMk/>
            <pc:sldMk cId="3127228473" sldId="2147480255"/>
            <ac:spMk id="62" creationId="{916BFCD5-4096-05D2-B839-29961320AF6F}"/>
          </ac:spMkLst>
        </pc:spChg>
        <pc:spChg chg="mod">
          <ac:chgData name="기복 이" userId="b0430539663acfc1" providerId="LiveId" clId="{4B1CE6EB-5A36-4613-A5EF-AB0EE20735EB}" dt="2025-07-21T00:48:32.622" v="5233"/>
          <ac:spMkLst>
            <pc:docMk/>
            <pc:sldMk cId="3127228473" sldId="2147480255"/>
            <ac:spMk id="63" creationId="{174C2573-BA9E-4379-F8A5-3F554AAC8253}"/>
          </ac:spMkLst>
        </pc:spChg>
        <pc:spChg chg="mod">
          <ac:chgData name="기복 이" userId="b0430539663acfc1" providerId="LiveId" clId="{4B1CE6EB-5A36-4613-A5EF-AB0EE20735EB}" dt="2025-07-21T00:50:11.520" v="5354" actId="20577"/>
          <ac:spMkLst>
            <pc:docMk/>
            <pc:sldMk cId="3127228473" sldId="2147480255"/>
            <ac:spMk id="192" creationId="{6F408FFD-2B29-2E6F-9790-0F16F5739A88}"/>
          </ac:spMkLst>
        </pc:spChg>
        <pc:spChg chg="add mod">
          <ac:chgData name="기복 이" userId="b0430539663acfc1" providerId="LiveId" clId="{4B1CE6EB-5A36-4613-A5EF-AB0EE20735EB}" dt="2025-07-20T23:12:26.378" v="2111"/>
          <ac:spMkLst>
            <pc:docMk/>
            <pc:sldMk cId="3127228473" sldId="2147480255"/>
            <ac:spMk id="193" creationId="{C8F37D49-D05E-2EAC-2415-3D52EEA6F735}"/>
          </ac:spMkLst>
        </pc:spChg>
        <pc:spChg chg="add mod">
          <ac:chgData name="기복 이" userId="b0430539663acfc1" providerId="LiveId" clId="{4B1CE6EB-5A36-4613-A5EF-AB0EE20735EB}" dt="2025-07-20T23:12:37.162" v="2113" actId="1076"/>
          <ac:spMkLst>
            <pc:docMk/>
            <pc:sldMk cId="3127228473" sldId="2147480255"/>
            <ac:spMk id="194" creationId="{79D8DBEC-68E1-4A24-E8DC-13002C77BD2E}"/>
          </ac:spMkLst>
        </pc:spChg>
        <pc:spChg chg="add mod">
          <ac:chgData name="기복 이" userId="b0430539663acfc1" providerId="LiveId" clId="{4B1CE6EB-5A36-4613-A5EF-AB0EE20735EB}" dt="2025-07-20T23:48:01.263" v="3323" actId="255"/>
          <ac:spMkLst>
            <pc:docMk/>
            <pc:sldMk cId="3127228473" sldId="2147480255"/>
            <ac:spMk id="197" creationId="{B430DDE9-0D3D-7E0B-F9B9-9B3A8AE13A34}"/>
          </ac:spMkLst>
        </pc:spChg>
        <pc:spChg chg="add mod">
          <ac:chgData name="기복 이" userId="b0430539663acfc1" providerId="LiveId" clId="{4B1CE6EB-5A36-4613-A5EF-AB0EE20735EB}" dt="2025-07-20T23:48:24.637" v="3329" actId="255"/>
          <ac:spMkLst>
            <pc:docMk/>
            <pc:sldMk cId="3127228473" sldId="2147480255"/>
            <ac:spMk id="198" creationId="{1A1F553D-B0B1-AD6F-0C7F-E992286483A5}"/>
          </ac:spMkLst>
        </pc:spChg>
        <pc:spChg chg="add mod">
          <ac:chgData name="기복 이" userId="b0430539663acfc1" providerId="LiveId" clId="{4B1CE6EB-5A36-4613-A5EF-AB0EE20735EB}" dt="2025-07-20T23:53:42.919" v="3416" actId="113"/>
          <ac:spMkLst>
            <pc:docMk/>
            <pc:sldMk cId="3127228473" sldId="2147480255"/>
            <ac:spMk id="199" creationId="{65ECA132-46B4-F59C-CF1D-4D25DA32EFFF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16" creationId="{A0623D89-45B3-D86D-8E25-A5FDF99211CF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21" creationId="{9810ED14-2FBC-6DA8-2238-DC144774BEDA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25" creationId="{11131AA7-E6DE-31E2-48F2-312DE1E6DE34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29" creationId="{9B52873A-7367-6BC2-3426-E6E9DB04C253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34" creationId="{8ED19C25-DEEF-67FC-834A-79CFCC9A3A98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45" creationId="{76A1A5C0-23BC-5FB3-12D3-C4ADB4CDFF06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47" creationId="{B669DC7C-E7B2-C955-D96A-A9B94B89B8E4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58" creationId="{350440A8-2461-A120-858D-9B4E296977DF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77" creationId="{F55DE050-14DE-9340-E404-D04C3706E644}"/>
          </ac:spMkLst>
        </pc:spChg>
        <pc:spChg chg="del">
          <ac:chgData name="기복 이" userId="b0430539663acfc1" providerId="LiveId" clId="{4B1CE6EB-5A36-4613-A5EF-AB0EE20735EB}" dt="2025-07-20T22:23:28.220" v="1104" actId="478"/>
          <ac:spMkLst>
            <pc:docMk/>
            <pc:sldMk cId="3127228473" sldId="2147480255"/>
            <ac:spMk id="283" creationId="{DF550592-E466-9C15-D5D1-6DEDE81A496E}"/>
          </ac:spMkLst>
        </pc:spChg>
        <pc:grpChg chg="mod">
          <ac:chgData name="기복 이" userId="b0430539663acfc1" providerId="LiveId" clId="{4B1CE6EB-5A36-4613-A5EF-AB0EE20735EB}" dt="2025-07-20T23:22:17.329" v="2526" actId="1076"/>
          <ac:grpSpMkLst>
            <pc:docMk/>
            <pc:sldMk cId="3127228473" sldId="2147480255"/>
            <ac:grpSpMk id="10" creationId="{BC728D59-57CE-39F8-88EC-44B80B160874}"/>
          </ac:grpSpMkLst>
        </pc:grpChg>
        <pc:grpChg chg="mod">
          <ac:chgData name="기복 이" userId="b0430539663acfc1" providerId="LiveId" clId="{4B1CE6EB-5A36-4613-A5EF-AB0EE20735EB}" dt="2025-07-20T23:22:41.826" v="2537" actId="1076"/>
          <ac:grpSpMkLst>
            <pc:docMk/>
            <pc:sldMk cId="3127228473" sldId="2147480255"/>
            <ac:grpSpMk id="17" creationId="{62465CBB-C561-B30F-8C2D-78BC4A1DD6E6}"/>
          </ac:grpSpMkLst>
        </pc:grpChg>
        <pc:grpChg chg="mod">
          <ac:chgData name="기복 이" userId="b0430539663acfc1" providerId="LiveId" clId="{4B1CE6EB-5A36-4613-A5EF-AB0EE20735EB}" dt="2025-07-20T23:14:13.750" v="2145" actId="1036"/>
          <ac:grpSpMkLst>
            <pc:docMk/>
            <pc:sldMk cId="3127228473" sldId="2147480255"/>
            <ac:grpSpMk id="22" creationId="{CCA01A3E-95EA-7A7E-17D7-6DDCD77F7788}"/>
          </ac:grpSpMkLst>
        </pc:grpChg>
        <pc:grpChg chg="mod">
          <ac:chgData name="기복 이" userId="b0430539663acfc1" providerId="LiveId" clId="{4B1CE6EB-5A36-4613-A5EF-AB0EE20735EB}" dt="2025-07-20T23:52:35.636" v="3386" actId="1036"/>
          <ac:grpSpMkLst>
            <pc:docMk/>
            <pc:sldMk cId="3127228473" sldId="2147480255"/>
            <ac:grpSpMk id="27" creationId="{9D45210D-4A32-44DD-6FBD-38F102CF8377}"/>
          </ac:grpSpMkLst>
        </pc:grpChg>
        <pc:grpChg chg="mod">
          <ac:chgData name="기복 이" userId="b0430539663acfc1" providerId="LiveId" clId="{4B1CE6EB-5A36-4613-A5EF-AB0EE20735EB}" dt="2025-07-20T23:52:41.347" v="3390" actId="1036"/>
          <ac:grpSpMkLst>
            <pc:docMk/>
            <pc:sldMk cId="3127228473" sldId="2147480255"/>
            <ac:grpSpMk id="33" creationId="{A75532D8-6C7B-89EB-4518-77EC43CF4176}"/>
          </ac:grpSpMkLst>
        </pc:grpChg>
        <pc:grpChg chg="mod">
          <ac:chgData name="기복 이" userId="b0430539663acfc1" providerId="LiveId" clId="{4B1CE6EB-5A36-4613-A5EF-AB0EE20735EB}" dt="2025-07-20T23:52:44.596" v="3395" actId="1036"/>
          <ac:grpSpMkLst>
            <pc:docMk/>
            <pc:sldMk cId="3127228473" sldId="2147480255"/>
            <ac:grpSpMk id="37" creationId="{034D6DBF-21F1-AF93-6EA2-A054C3AFC838}"/>
          </ac:grpSpMkLst>
        </pc:grpChg>
        <pc:grpChg chg="mod">
          <ac:chgData name="기복 이" userId="b0430539663acfc1" providerId="LiveId" clId="{4B1CE6EB-5A36-4613-A5EF-AB0EE20735EB}" dt="2025-07-20T23:52:48.466" v="3401" actId="1036"/>
          <ac:grpSpMkLst>
            <pc:docMk/>
            <pc:sldMk cId="3127228473" sldId="2147480255"/>
            <ac:grpSpMk id="41" creationId="{DA284FA7-9062-79D8-9C7C-1DC9927889D3}"/>
          </ac:grpSpMkLst>
        </pc:grpChg>
        <pc:grpChg chg="mod">
          <ac:chgData name="기복 이" userId="b0430539663acfc1" providerId="LiveId" clId="{4B1CE6EB-5A36-4613-A5EF-AB0EE20735EB}" dt="2025-07-20T23:14:13.750" v="2145" actId="1036"/>
          <ac:grpSpMkLst>
            <pc:docMk/>
            <pc:sldMk cId="3127228473" sldId="2147480255"/>
            <ac:grpSpMk id="47" creationId="{659E20A8-34A6-18D3-09DB-CDFD878DC33E}"/>
          </ac:grpSpMkLst>
        </pc:grpChg>
        <pc:grpChg chg="del">
          <ac:chgData name="기복 이" userId="b0430539663acfc1" providerId="LiveId" clId="{4B1CE6EB-5A36-4613-A5EF-AB0EE20735EB}" dt="2025-07-20T23:10:08.391" v="2072" actId="478"/>
          <ac:grpSpMkLst>
            <pc:docMk/>
            <pc:sldMk cId="3127228473" sldId="2147480255"/>
            <ac:grpSpMk id="57" creationId="{05E1D296-54A0-8EEA-FBCF-AB4FA2A0FB06}"/>
          </ac:grpSpMkLst>
        </pc:grpChg>
        <pc:picChg chg="add mod">
          <ac:chgData name="기복 이" userId="b0430539663acfc1" providerId="LiveId" clId="{4B1CE6EB-5A36-4613-A5EF-AB0EE20735EB}" dt="2025-07-20T23:14:02.558" v="2132" actId="1037"/>
          <ac:picMkLst>
            <pc:docMk/>
            <pc:sldMk cId="3127228473" sldId="2147480255"/>
            <ac:picMk id="196" creationId="{178FA139-18F6-3D90-89EA-AD0E6094F7D3}"/>
          </ac:picMkLst>
        </pc:picChg>
      </pc:sldChg>
      <pc:sldChg chg="addSp delSp modSp add mod">
        <pc:chgData name="기복 이" userId="b0430539663acfc1" providerId="LiveId" clId="{4B1CE6EB-5A36-4613-A5EF-AB0EE20735EB}" dt="2025-07-21T00:25:15.755" v="4245" actId="2711"/>
        <pc:sldMkLst>
          <pc:docMk/>
          <pc:sldMk cId="389922800" sldId="2147480256"/>
        </pc:sldMkLst>
        <pc:spChg chg="mod">
          <ac:chgData name="기복 이" userId="b0430539663acfc1" providerId="LiveId" clId="{4B1CE6EB-5A36-4613-A5EF-AB0EE20735EB}" dt="2025-07-21T00:17:08.510" v="3951" actId="403"/>
          <ac:spMkLst>
            <pc:docMk/>
            <pc:sldMk cId="389922800" sldId="2147480256"/>
            <ac:spMk id="4" creationId="{E8FE3489-2492-F2C3-8333-12214C643A42}"/>
          </ac:spMkLst>
        </pc:spChg>
        <pc:spChg chg="mod">
          <ac:chgData name="기복 이" userId="b0430539663acfc1" providerId="LiveId" clId="{4B1CE6EB-5A36-4613-A5EF-AB0EE20735EB}" dt="2025-07-20T23:59:26.238" v="3494" actId="403"/>
          <ac:spMkLst>
            <pc:docMk/>
            <pc:sldMk cId="389922800" sldId="2147480256"/>
            <ac:spMk id="5" creationId="{2017D784-D918-DC0C-CB51-C53A7EB313B3}"/>
          </ac:spMkLst>
        </pc:spChg>
        <pc:spChg chg="add mod">
          <ac:chgData name="기복 이" userId="b0430539663acfc1" providerId="LiveId" clId="{4B1CE6EB-5A36-4613-A5EF-AB0EE20735EB}" dt="2025-07-20T23:59:30.310" v="3495" actId="403"/>
          <ac:spMkLst>
            <pc:docMk/>
            <pc:sldMk cId="389922800" sldId="2147480256"/>
            <ac:spMk id="6" creationId="{EFE0390C-78B8-68DD-712A-1AF7EC31FEE8}"/>
          </ac:spMkLst>
        </pc:spChg>
        <pc:spChg chg="mod">
          <ac:chgData name="기복 이" userId="b0430539663acfc1" providerId="LiveId" clId="{4B1CE6EB-5A36-4613-A5EF-AB0EE20735EB}" dt="2025-07-20T23:59:33.543" v="3496" actId="403"/>
          <ac:spMkLst>
            <pc:docMk/>
            <pc:sldMk cId="389922800" sldId="2147480256"/>
            <ac:spMk id="7" creationId="{8D053305-361F-3E2E-384F-61B08617B87B}"/>
          </ac:spMkLst>
        </pc:spChg>
        <pc:spChg chg="del mod">
          <ac:chgData name="기복 이" userId="b0430539663acfc1" providerId="LiveId" clId="{4B1CE6EB-5A36-4613-A5EF-AB0EE20735EB}" dt="2025-07-20T22:35:52.618" v="1391" actId="478"/>
          <ac:spMkLst>
            <pc:docMk/>
            <pc:sldMk cId="389922800" sldId="2147480256"/>
            <ac:spMk id="8" creationId="{367BD1B0-8AA3-C75B-113B-5A5201611CD0}"/>
          </ac:spMkLst>
        </pc:spChg>
        <pc:spChg chg="add mod">
          <ac:chgData name="기복 이" userId="b0430539663acfc1" providerId="LiveId" clId="{4B1CE6EB-5A36-4613-A5EF-AB0EE20735EB}" dt="2025-07-20T23:59:39.359" v="3497" actId="403"/>
          <ac:spMkLst>
            <pc:docMk/>
            <pc:sldMk cId="389922800" sldId="2147480256"/>
            <ac:spMk id="10" creationId="{97AFD0E5-F53F-49BA-4D2C-8A884EEE320F}"/>
          </ac:spMkLst>
        </pc:spChg>
        <pc:spChg chg="del mod">
          <ac:chgData name="기복 이" userId="b0430539663acfc1" providerId="LiveId" clId="{4B1CE6EB-5A36-4613-A5EF-AB0EE20735EB}" dt="2025-07-20T23:34:25.599" v="3034" actId="478"/>
          <ac:spMkLst>
            <pc:docMk/>
            <pc:sldMk cId="389922800" sldId="2147480256"/>
            <ac:spMk id="11" creationId="{462C032D-524D-7D13-6DE6-2C2CA189A0DB}"/>
          </ac:spMkLst>
        </pc:spChg>
        <pc:spChg chg="mod">
          <ac:chgData name="기복 이" userId="b0430539663acfc1" providerId="LiveId" clId="{4B1CE6EB-5A36-4613-A5EF-AB0EE20735EB}" dt="2025-07-20T23:37:00.636" v="3066" actId="1038"/>
          <ac:spMkLst>
            <pc:docMk/>
            <pc:sldMk cId="389922800" sldId="2147480256"/>
            <ac:spMk id="13" creationId="{F4CC0DFF-8DB2-8CA5-4B4F-5E3CCBEA55CA}"/>
          </ac:spMkLst>
        </pc:spChg>
        <pc:spChg chg="mod">
          <ac:chgData name="기복 이" userId="b0430539663acfc1" providerId="LiveId" clId="{4B1CE6EB-5A36-4613-A5EF-AB0EE20735EB}" dt="2025-07-21T00:00:23.514" v="3518" actId="1038"/>
          <ac:spMkLst>
            <pc:docMk/>
            <pc:sldMk cId="389922800" sldId="2147480256"/>
            <ac:spMk id="17" creationId="{46FE1872-5862-7E84-9217-47BC7F6B804E}"/>
          </ac:spMkLst>
        </pc:spChg>
        <pc:spChg chg="mod">
          <ac:chgData name="기복 이" userId="b0430539663acfc1" providerId="LiveId" clId="{4B1CE6EB-5A36-4613-A5EF-AB0EE20735EB}" dt="2025-07-20T23:37:11.368" v="3067" actId="403"/>
          <ac:spMkLst>
            <pc:docMk/>
            <pc:sldMk cId="389922800" sldId="2147480256"/>
            <ac:spMk id="20" creationId="{AAAD1D2C-8D46-B926-1B60-E33004FE4D52}"/>
          </ac:spMkLst>
        </pc:spChg>
        <pc:spChg chg="mod">
          <ac:chgData name="기복 이" userId="b0430539663acfc1" providerId="LiveId" clId="{4B1CE6EB-5A36-4613-A5EF-AB0EE20735EB}" dt="2025-07-21T00:00:50.818" v="3535" actId="1037"/>
          <ac:spMkLst>
            <pc:docMk/>
            <pc:sldMk cId="389922800" sldId="2147480256"/>
            <ac:spMk id="21" creationId="{3A85C5C1-7717-7454-5686-25EB35611B7E}"/>
          </ac:spMkLst>
        </pc:spChg>
        <pc:spChg chg="mod">
          <ac:chgData name="기복 이" userId="b0430539663acfc1" providerId="LiveId" clId="{4B1CE6EB-5A36-4613-A5EF-AB0EE20735EB}" dt="2025-07-20T23:37:11.368" v="3067" actId="403"/>
          <ac:spMkLst>
            <pc:docMk/>
            <pc:sldMk cId="389922800" sldId="2147480256"/>
            <ac:spMk id="23" creationId="{B348023C-9333-BF0D-99B5-E3202904231C}"/>
          </ac:spMkLst>
        </pc:spChg>
        <pc:spChg chg="mod">
          <ac:chgData name="기복 이" userId="b0430539663acfc1" providerId="LiveId" clId="{4B1CE6EB-5A36-4613-A5EF-AB0EE20735EB}" dt="2025-07-21T00:01:17.885" v="3543" actId="14100"/>
          <ac:spMkLst>
            <pc:docMk/>
            <pc:sldMk cId="389922800" sldId="2147480256"/>
            <ac:spMk id="25" creationId="{B0170404-B68D-B6EA-BED2-BF08D556788B}"/>
          </ac:spMkLst>
        </pc:spChg>
        <pc:spChg chg="add mod">
          <ac:chgData name="기복 이" userId="b0430539663acfc1" providerId="LiveId" clId="{4B1CE6EB-5A36-4613-A5EF-AB0EE20735EB}" dt="2025-07-21T00:06:06.117" v="3572" actId="1037"/>
          <ac:spMkLst>
            <pc:docMk/>
            <pc:sldMk cId="389922800" sldId="2147480256"/>
            <ac:spMk id="31" creationId="{5C47F58D-8803-63E6-F0E5-D292899D5D24}"/>
          </ac:spMkLst>
        </pc:spChg>
        <pc:spChg chg="mod">
          <ac:chgData name="기복 이" userId="b0430539663acfc1" providerId="LiveId" clId="{4B1CE6EB-5A36-4613-A5EF-AB0EE20735EB}" dt="2025-07-21T00:06:47.945" v="3596" actId="1038"/>
          <ac:spMkLst>
            <pc:docMk/>
            <pc:sldMk cId="389922800" sldId="2147480256"/>
            <ac:spMk id="35" creationId="{9210C87A-9D3E-ECAE-A151-67D8E8611E32}"/>
          </ac:spMkLst>
        </pc:spChg>
        <pc:spChg chg="add del mod">
          <ac:chgData name="기복 이" userId="b0430539663acfc1" providerId="LiveId" clId="{4B1CE6EB-5A36-4613-A5EF-AB0EE20735EB}" dt="2025-07-21T00:07:31.059" v="3614" actId="1037"/>
          <ac:spMkLst>
            <pc:docMk/>
            <pc:sldMk cId="389922800" sldId="2147480256"/>
            <ac:spMk id="39" creationId="{3DF17A26-8EE5-5099-479B-EE8A3EC400E6}"/>
          </ac:spMkLst>
        </pc:spChg>
        <pc:spChg chg="mod">
          <ac:chgData name="기복 이" userId="b0430539663acfc1" providerId="LiveId" clId="{4B1CE6EB-5A36-4613-A5EF-AB0EE20735EB}" dt="2025-07-20T23:37:11.368" v="3067" actId="403"/>
          <ac:spMkLst>
            <pc:docMk/>
            <pc:sldMk cId="389922800" sldId="2147480256"/>
            <ac:spMk id="41" creationId="{0F45848E-315E-6517-8351-A0451A6C15DA}"/>
          </ac:spMkLst>
        </pc:spChg>
        <pc:spChg chg="mod">
          <ac:chgData name="기복 이" userId="b0430539663acfc1" providerId="LiveId" clId="{4B1CE6EB-5A36-4613-A5EF-AB0EE20735EB}" dt="2025-07-20T23:37:11.368" v="3067" actId="403"/>
          <ac:spMkLst>
            <pc:docMk/>
            <pc:sldMk cId="389922800" sldId="2147480256"/>
            <ac:spMk id="45" creationId="{D31CF377-A993-5389-87BE-E4CF093189AA}"/>
          </ac:spMkLst>
        </pc:spChg>
        <pc:spChg chg="mod">
          <ac:chgData name="기복 이" userId="b0430539663acfc1" providerId="LiveId" clId="{4B1CE6EB-5A36-4613-A5EF-AB0EE20735EB}" dt="2025-07-20T22:36:23.259" v="1400"/>
          <ac:spMkLst>
            <pc:docMk/>
            <pc:sldMk cId="389922800" sldId="2147480256"/>
            <ac:spMk id="49" creationId="{EA90DE19-F9BA-184B-99B9-EE2F7F3F81E4}"/>
          </ac:spMkLst>
        </pc:spChg>
        <pc:spChg chg="mod">
          <ac:chgData name="기복 이" userId="b0430539663acfc1" providerId="LiveId" clId="{4B1CE6EB-5A36-4613-A5EF-AB0EE20735EB}" dt="2025-07-20T23:37:11.368" v="3067" actId="403"/>
          <ac:spMkLst>
            <pc:docMk/>
            <pc:sldMk cId="389922800" sldId="2147480256"/>
            <ac:spMk id="53" creationId="{78C090D1-813F-8345-F64C-9D782F266433}"/>
          </ac:spMkLst>
        </pc:spChg>
        <pc:spChg chg="add del mod">
          <ac:chgData name="기복 이" userId="b0430539663acfc1" providerId="LiveId" clId="{4B1CE6EB-5A36-4613-A5EF-AB0EE20735EB}" dt="2025-07-21T00:16:34.699" v="3944" actId="20577"/>
          <ac:spMkLst>
            <pc:docMk/>
            <pc:sldMk cId="389922800" sldId="2147480256"/>
            <ac:spMk id="57" creationId="{77F5226F-BB3F-0F95-52FA-BCC0919C4FA0}"/>
          </ac:spMkLst>
        </pc:spChg>
        <pc:spChg chg="del mod">
          <ac:chgData name="기복 이" userId="b0430539663acfc1" providerId="LiveId" clId="{4B1CE6EB-5A36-4613-A5EF-AB0EE20735EB}" dt="2025-07-20T23:56:02.588" v="3432" actId="478"/>
          <ac:spMkLst>
            <pc:docMk/>
            <pc:sldMk cId="389922800" sldId="2147480256"/>
            <ac:spMk id="58" creationId="{D4B79A08-9E24-FF9E-06A7-AE2FAA9851AE}"/>
          </ac:spMkLst>
        </pc:spChg>
        <pc:spChg chg="add del mod">
          <ac:chgData name="기복 이" userId="b0430539663acfc1" providerId="LiveId" clId="{4B1CE6EB-5A36-4613-A5EF-AB0EE20735EB}" dt="2025-07-21T00:16:57.898" v="3949"/>
          <ac:spMkLst>
            <pc:docMk/>
            <pc:sldMk cId="389922800" sldId="2147480256"/>
            <ac:spMk id="59" creationId="{33FA3D2D-2B91-B11F-8B0C-D4447DB209D3}"/>
          </ac:spMkLst>
        </pc:spChg>
        <pc:spChg chg="del mod">
          <ac:chgData name="기복 이" userId="b0430539663acfc1" providerId="LiveId" clId="{4B1CE6EB-5A36-4613-A5EF-AB0EE20735EB}" dt="2025-07-20T22:39:52.939" v="1575" actId="478"/>
          <ac:spMkLst>
            <pc:docMk/>
            <pc:sldMk cId="389922800" sldId="2147480256"/>
            <ac:spMk id="60" creationId="{1F009B50-F1B7-5D66-2755-A725676F2F22}"/>
          </ac:spMkLst>
        </pc:spChg>
        <pc:spChg chg="add del mod">
          <ac:chgData name="기복 이" userId="b0430539663acfc1" providerId="LiveId" clId="{4B1CE6EB-5A36-4613-A5EF-AB0EE20735EB}" dt="2025-07-20T22:37:00.365" v="1447" actId="478"/>
          <ac:spMkLst>
            <pc:docMk/>
            <pc:sldMk cId="389922800" sldId="2147480256"/>
            <ac:spMk id="61" creationId="{8185F510-AA78-2588-A87D-DE247D4409E3}"/>
          </ac:spMkLst>
        </pc:spChg>
        <pc:spChg chg="del mod">
          <ac:chgData name="기복 이" userId="b0430539663acfc1" providerId="LiveId" clId="{4B1CE6EB-5A36-4613-A5EF-AB0EE20735EB}" dt="2025-07-20T22:39:56.307" v="1577" actId="478"/>
          <ac:spMkLst>
            <pc:docMk/>
            <pc:sldMk cId="389922800" sldId="2147480256"/>
            <ac:spMk id="62" creationId="{A5060566-D149-6002-16DC-3661C3E1B2B2}"/>
          </ac:spMkLst>
        </pc:spChg>
        <pc:spChg chg="add del mod">
          <ac:chgData name="기복 이" userId="b0430539663acfc1" providerId="LiveId" clId="{4B1CE6EB-5A36-4613-A5EF-AB0EE20735EB}" dt="2025-07-21T00:15:04.585" v="3851"/>
          <ac:spMkLst>
            <pc:docMk/>
            <pc:sldMk cId="389922800" sldId="2147480256"/>
            <ac:spMk id="63" creationId="{64E67E5E-9A7D-6248-4C7B-ED358BE57AE1}"/>
          </ac:spMkLst>
        </pc:spChg>
        <pc:spChg chg="add mod">
          <ac:chgData name="기복 이" userId="b0430539663acfc1" providerId="LiveId" clId="{4B1CE6EB-5A36-4613-A5EF-AB0EE20735EB}" dt="2025-07-20T23:36:42.033" v="3061" actId="2711"/>
          <ac:spMkLst>
            <pc:docMk/>
            <pc:sldMk cId="389922800" sldId="2147480256"/>
            <ac:spMk id="66" creationId="{AC13CFDA-A898-1FF1-530C-3082DA608D39}"/>
          </ac:spMkLst>
        </pc:spChg>
        <pc:spChg chg="add mod">
          <ac:chgData name="기복 이" userId="b0430539663acfc1" providerId="LiveId" clId="{4B1CE6EB-5A36-4613-A5EF-AB0EE20735EB}" dt="2025-07-21T00:25:15.755" v="4245" actId="2711"/>
          <ac:spMkLst>
            <pc:docMk/>
            <pc:sldMk cId="389922800" sldId="2147480256"/>
            <ac:spMk id="67" creationId="{15BEF341-2862-9D48-DEF5-062F38F07274}"/>
          </ac:spMkLst>
        </pc:spChg>
        <pc:spChg chg="add del mod">
          <ac:chgData name="기복 이" userId="b0430539663acfc1" providerId="LiveId" clId="{4B1CE6EB-5A36-4613-A5EF-AB0EE20735EB}" dt="2025-07-21T00:15:04.586" v="3853"/>
          <ac:spMkLst>
            <pc:docMk/>
            <pc:sldMk cId="389922800" sldId="2147480256"/>
            <ac:spMk id="68" creationId="{32CD7B5A-70DC-00A1-7369-B161C2679844}"/>
          </ac:spMkLst>
        </pc:spChg>
        <pc:spChg chg="add mod">
          <ac:chgData name="기복 이" userId="b0430539663acfc1" providerId="LiveId" clId="{4B1CE6EB-5A36-4613-A5EF-AB0EE20735EB}" dt="2025-07-21T00:16:19.614" v="3927" actId="20577"/>
          <ac:spMkLst>
            <pc:docMk/>
            <pc:sldMk cId="389922800" sldId="2147480256"/>
            <ac:spMk id="69" creationId="{4F60B0CE-DD3F-6F04-1517-40E588895DD3}"/>
          </ac:spMkLst>
        </pc:spChg>
        <pc:spChg chg="add mod">
          <ac:chgData name="기복 이" userId="b0430539663acfc1" providerId="LiveId" clId="{4B1CE6EB-5A36-4613-A5EF-AB0EE20735EB}" dt="2025-07-21T00:16:11.783" v="3907" actId="5793"/>
          <ac:spMkLst>
            <pc:docMk/>
            <pc:sldMk cId="389922800" sldId="2147480256"/>
            <ac:spMk id="70" creationId="{1EB2FF37-CEBF-6458-ED08-DE7037466A0C}"/>
          </ac:spMkLst>
        </pc:spChg>
        <pc:spChg chg="add mod">
          <ac:chgData name="기복 이" userId="b0430539663acfc1" providerId="LiveId" clId="{4B1CE6EB-5A36-4613-A5EF-AB0EE20735EB}" dt="2025-07-21T00:16:56.129" v="3947"/>
          <ac:spMkLst>
            <pc:docMk/>
            <pc:sldMk cId="389922800" sldId="2147480256"/>
            <ac:spMk id="71" creationId="{804CC2BD-D0B4-4828-B86A-AE4EB47515C3}"/>
          </ac:spMkLst>
        </pc:spChg>
        <pc:grpChg chg="mod">
          <ac:chgData name="기복 이" userId="b0430539663acfc1" providerId="LiveId" clId="{4B1CE6EB-5A36-4613-A5EF-AB0EE20735EB}" dt="2025-07-20T22:40:04.393" v="1585" actId="1035"/>
          <ac:grpSpMkLst>
            <pc:docMk/>
            <pc:sldMk cId="389922800" sldId="2147480256"/>
            <ac:grpSpMk id="40" creationId="{FFB72D03-A46C-B314-D88A-592AEA08D9E5}"/>
          </ac:grpSpMkLst>
        </pc:grpChg>
        <pc:grpChg chg="mod">
          <ac:chgData name="기복 이" userId="b0430539663acfc1" providerId="LiveId" clId="{4B1CE6EB-5A36-4613-A5EF-AB0EE20735EB}" dt="2025-07-20T22:40:04.393" v="1585" actId="1035"/>
          <ac:grpSpMkLst>
            <pc:docMk/>
            <pc:sldMk cId="389922800" sldId="2147480256"/>
            <ac:grpSpMk id="44" creationId="{2AEEB6FC-C3F2-911A-2A57-C87B10B88181}"/>
          </ac:grpSpMkLst>
        </pc:grpChg>
        <pc:grpChg chg="mod">
          <ac:chgData name="기복 이" userId="b0430539663acfc1" providerId="LiveId" clId="{4B1CE6EB-5A36-4613-A5EF-AB0EE20735EB}" dt="2025-07-20T22:40:04.393" v="1585" actId="1035"/>
          <ac:grpSpMkLst>
            <pc:docMk/>
            <pc:sldMk cId="389922800" sldId="2147480256"/>
            <ac:grpSpMk id="48" creationId="{9BE0B5AA-3592-6CA9-1D6D-C9E777AF37DE}"/>
          </ac:grpSpMkLst>
        </pc:grpChg>
        <pc:grpChg chg="mod">
          <ac:chgData name="기복 이" userId="b0430539663acfc1" providerId="LiveId" clId="{4B1CE6EB-5A36-4613-A5EF-AB0EE20735EB}" dt="2025-07-20T22:40:04.393" v="1585" actId="1035"/>
          <ac:grpSpMkLst>
            <pc:docMk/>
            <pc:sldMk cId="389922800" sldId="2147480256"/>
            <ac:grpSpMk id="52" creationId="{921B87A4-A6C6-2DB2-A193-145CFA9CA637}"/>
          </ac:grpSpMkLst>
        </pc:grpChg>
        <pc:graphicFrameChg chg="del">
          <ac:chgData name="기복 이" userId="b0430539663acfc1" providerId="LiveId" clId="{4B1CE6EB-5A36-4613-A5EF-AB0EE20735EB}" dt="2025-07-20T22:35:18.524" v="1389" actId="478"/>
          <ac:graphicFrameMkLst>
            <pc:docMk/>
            <pc:sldMk cId="389922800" sldId="2147480256"/>
            <ac:graphicFrameMk id="3" creationId="{A8CD326E-979F-D20B-97CE-0F140EC3C992}"/>
          </ac:graphicFrameMkLst>
        </pc:graphicFrameChg>
        <pc:picChg chg="add del">
          <ac:chgData name="기복 이" userId="b0430539663acfc1" providerId="LiveId" clId="{4B1CE6EB-5A36-4613-A5EF-AB0EE20735EB}" dt="2025-07-20T22:37:23.400" v="1450" actId="478"/>
          <ac:picMkLst>
            <pc:docMk/>
            <pc:sldMk cId="389922800" sldId="2147480256"/>
            <ac:picMk id="56" creationId="{3EDB1C95-9F48-3D7B-64E4-F989FB657A76}"/>
          </ac:picMkLst>
        </pc:picChg>
        <pc:picChg chg="add mod">
          <ac:chgData name="기복 이" userId="b0430539663acfc1" providerId="LiveId" clId="{4B1CE6EB-5A36-4613-A5EF-AB0EE20735EB}" dt="2025-07-20T22:38:59.234" v="1565"/>
          <ac:picMkLst>
            <pc:docMk/>
            <pc:sldMk cId="389922800" sldId="2147480256"/>
            <ac:picMk id="64" creationId="{EF893CC6-AEE3-4AA0-5481-065C3DBE9C1E}"/>
          </ac:picMkLst>
        </pc:picChg>
        <pc:picChg chg="add mod">
          <ac:chgData name="기복 이" userId="b0430539663acfc1" providerId="LiveId" clId="{4B1CE6EB-5A36-4613-A5EF-AB0EE20735EB}" dt="2025-07-20T22:39:08.628" v="1567"/>
          <ac:picMkLst>
            <pc:docMk/>
            <pc:sldMk cId="389922800" sldId="2147480256"/>
            <ac:picMk id="65" creationId="{CF07F86E-EC49-B1F2-1E58-A83FB09B1420}"/>
          </ac:picMkLst>
        </pc:picChg>
      </pc:sldChg>
      <pc:sldChg chg="add del">
        <pc:chgData name="기복 이" userId="b0430539663acfc1" providerId="LiveId" clId="{4B1CE6EB-5A36-4613-A5EF-AB0EE20735EB}" dt="2025-07-20T22:40:20.436" v="1587" actId="47"/>
        <pc:sldMkLst>
          <pc:docMk/>
          <pc:sldMk cId="0" sldId="2147480257"/>
        </pc:sldMkLst>
      </pc:sldChg>
      <pc:sldChg chg="add del">
        <pc:chgData name="기복 이" userId="b0430539663acfc1" providerId="LiveId" clId="{4B1CE6EB-5A36-4613-A5EF-AB0EE20735EB}" dt="2025-07-20T22:42:53.268" v="1680" actId="47"/>
        <pc:sldMkLst>
          <pc:docMk/>
          <pc:sldMk cId="0" sldId="2147480258"/>
        </pc:sldMkLst>
      </pc:sldChg>
      <pc:sldChg chg="addSp delSp modSp add mod">
        <pc:chgData name="기복 이" userId="b0430539663acfc1" providerId="LiveId" clId="{4B1CE6EB-5A36-4613-A5EF-AB0EE20735EB}" dt="2025-07-21T00:25:24.880" v="4247" actId="2711"/>
        <pc:sldMkLst>
          <pc:docMk/>
          <pc:sldMk cId="1015966395" sldId="2147480259"/>
        </pc:sldMkLst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4" creationId="{53C1FC61-8780-9E13-73F8-0C2EC04C9BF1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5" creationId="{6DAFB539-FA44-DEE5-CF9D-D9AF530B2E38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6" creationId="{A22324FE-266C-F282-D6D1-B766116EB97C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8" creationId="{9B92FD8F-1DDD-57C8-7E0F-7AE5B7E812D9}"/>
          </ac:spMkLst>
        </pc:spChg>
        <pc:spChg chg="del mod">
          <ac:chgData name="기복 이" userId="b0430539663acfc1" providerId="LiveId" clId="{4B1CE6EB-5A36-4613-A5EF-AB0EE20735EB}" dt="2025-07-21T00:22:59.418" v="4218" actId="478"/>
          <ac:spMkLst>
            <pc:docMk/>
            <pc:sldMk cId="1015966395" sldId="2147480259"/>
            <ac:spMk id="11" creationId="{B8B87E00-F057-9100-1702-6C3BDB45704B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13" creationId="{29344880-160F-7BB9-D6AA-29C34731126B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21" creationId="{B97878DB-4247-2256-0DF1-8E8E0EE1F4DB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25" creationId="{272D4F9D-D324-471D-DB99-D8A2FE0016D1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35" creationId="{52525A42-EAE1-A186-4B91-B3EC82F8C059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56" creationId="{E28987BD-C311-0375-A982-F75572B83667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58" creationId="{11398670-D70C-E71C-EDD6-2EC148462837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59" creationId="{3DC30704-E7E4-9F40-A909-0AD4EEAC7F73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61" creationId="{FA65DA8A-25B4-D6CE-5E47-89BEF281BED4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65" creationId="{2B954D98-71E1-8E71-9E30-E3BD090F9552}"/>
          </ac:spMkLst>
        </pc:spChg>
        <pc:spChg chg="del">
          <ac:chgData name="기복 이" userId="b0430539663acfc1" providerId="LiveId" clId="{4B1CE6EB-5A36-4613-A5EF-AB0EE20735EB}" dt="2025-07-20T22:41:05.170" v="1590" actId="478"/>
          <ac:spMkLst>
            <pc:docMk/>
            <pc:sldMk cId="1015966395" sldId="2147480259"/>
            <ac:spMk id="66" creationId="{BBA1C403-4629-F2D8-35CA-E4BD668A8178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67" creationId="{FD3C46B2-17D4-0A90-F69F-6951E77F00D5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69" creationId="{85D517CA-8585-BE18-C6C0-C19DB1AB26E7}"/>
          </ac:spMkLst>
        </pc:spChg>
        <pc:spChg chg="mod">
          <ac:chgData name="기복 이" userId="b0430539663acfc1" providerId="LiveId" clId="{4B1CE6EB-5A36-4613-A5EF-AB0EE20735EB}" dt="2025-07-20T22:41:05.512" v="1591"/>
          <ac:spMkLst>
            <pc:docMk/>
            <pc:sldMk cId="1015966395" sldId="2147480259"/>
            <ac:spMk id="70" creationId="{8302E30F-B50A-DF97-AE82-5A6D8BF54EC4}"/>
          </ac:spMkLst>
        </pc:spChg>
        <pc:spChg chg="add mod">
          <ac:chgData name="기복 이" userId="b0430539663acfc1" providerId="LiveId" clId="{4B1CE6EB-5A36-4613-A5EF-AB0EE20735EB}" dt="2025-07-21T00:20:29.263" v="3996" actId="403"/>
          <ac:spMkLst>
            <pc:docMk/>
            <pc:sldMk cId="1015966395" sldId="2147480259"/>
            <ac:spMk id="74" creationId="{5DC110AE-7202-0A66-667D-0C10C8C2819C}"/>
          </ac:spMkLst>
        </pc:spChg>
        <pc:spChg chg="add del mod">
          <ac:chgData name="기복 이" userId="b0430539663acfc1" providerId="LiveId" clId="{4B1CE6EB-5A36-4613-A5EF-AB0EE20735EB}" dt="2025-07-21T00:19:09.066" v="3977"/>
          <ac:spMkLst>
            <pc:docMk/>
            <pc:sldMk cId="1015966395" sldId="2147480259"/>
            <ac:spMk id="76" creationId="{FCE4637B-AAE0-BCBB-918D-E2CA5E32A52B}"/>
          </ac:spMkLst>
        </pc:spChg>
        <pc:spChg chg="del mod">
          <ac:chgData name="기복 이" userId="b0430539663acfc1" providerId="LiveId" clId="{4B1CE6EB-5A36-4613-A5EF-AB0EE20735EB}" dt="2025-07-21T00:19:00.963" v="3974" actId="478"/>
          <ac:spMkLst>
            <pc:docMk/>
            <pc:sldMk cId="1015966395" sldId="2147480259"/>
            <ac:spMk id="80" creationId="{F0C0B879-4E12-C1EB-A3BB-3758185EE603}"/>
          </ac:spMkLst>
        </pc:spChg>
        <pc:spChg chg="add del mod">
          <ac:chgData name="기복 이" userId="b0430539663acfc1" providerId="LiveId" clId="{4B1CE6EB-5A36-4613-A5EF-AB0EE20735EB}" dt="2025-07-21T00:22:31.230" v="4214"/>
          <ac:spMkLst>
            <pc:docMk/>
            <pc:sldMk cId="1015966395" sldId="2147480259"/>
            <ac:spMk id="83" creationId="{FFBC2576-A060-BBB8-83B6-D33D226CFBC0}"/>
          </ac:spMkLst>
        </pc:spChg>
        <pc:spChg chg="del mod">
          <ac:chgData name="기복 이" userId="b0430539663acfc1" providerId="LiveId" clId="{4B1CE6EB-5A36-4613-A5EF-AB0EE20735EB}" dt="2025-07-21T00:22:31.231" v="4216"/>
          <ac:spMkLst>
            <pc:docMk/>
            <pc:sldMk cId="1015966395" sldId="2147480259"/>
            <ac:spMk id="86" creationId="{BCC8EE38-4C8F-852A-989A-BC91602F11C4}"/>
          </ac:spMkLst>
        </pc:spChg>
        <pc:spChg chg="add mod">
          <ac:chgData name="기복 이" userId="b0430539663acfc1" providerId="LiveId" clId="{4B1CE6EB-5A36-4613-A5EF-AB0EE20735EB}" dt="2025-07-21T00:20:32.856" v="3997" actId="403"/>
          <ac:spMkLst>
            <pc:docMk/>
            <pc:sldMk cId="1015966395" sldId="2147480259"/>
            <ac:spMk id="89" creationId="{AED560A5-ADF3-504D-457C-3C485DDF613D}"/>
          </ac:spMkLst>
        </pc:spChg>
        <pc:spChg chg="add mod">
          <ac:chgData name="기복 이" userId="b0430539663acfc1" providerId="LiveId" clId="{4B1CE6EB-5A36-4613-A5EF-AB0EE20735EB}" dt="2025-07-21T00:21:55.590" v="4109"/>
          <ac:spMkLst>
            <pc:docMk/>
            <pc:sldMk cId="1015966395" sldId="2147480259"/>
            <ac:spMk id="90" creationId="{C1C7FC23-5A73-250F-1F82-4D19AD711AEE}"/>
          </ac:spMkLst>
        </pc:spChg>
        <pc:spChg chg="add mod">
          <ac:chgData name="기복 이" userId="b0430539663acfc1" providerId="LiveId" clId="{4B1CE6EB-5A36-4613-A5EF-AB0EE20735EB}" dt="2025-07-21T00:22:30.239" v="4212"/>
          <ac:spMkLst>
            <pc:docMk/>
            <pc:sldMk cId="1015966395" sldId="2147480259"/>
            <ac:spMk id="91" creationId="{A512BEA5-0A2F-C106-4822-B5AB8F45BE4A}"/>
          </ac:spMkLst>
        </pc:spChg>
        <pc:spChg chg="add mod">
          <ac:chgData name="기복 이" userId="b0430539663acfc1" providerId="LiveId" clId="{4B1CE6EB-5A36-4613-A5EF-AB0EE20735EB}" dt="2025-07-21T00:25:24.880" v="4247" actId="2711"/>
          <ac:spMkLst>
            <pc:docMk/>
            <pc:sldMk cId="1015966395" sldId="2147480259"/>
            <ac:spMk id="92" creationId="{E57DBDAE-379F-57A0-F7A8-C1DF3C4F415C}"/>
          </ac:spMkLst>
        </pc:spChg>
        <pc:grpChg chg="mod">
          <ac:chgData name="기복 이" userId="b0430539663acfc1" providerId="LiveId" clId="{4B1CE6EB-5A36-4613-A5EF-AB0EE20735EB}" dt="2025-07-21T00:20:43.792" v="4015" actId="1035"/>
          <ac:grpSpMkLst>
            <pc:docMk/>
            <pc:sldMk cId="1015966395" sldId="2147480259"/>
            <ac:grpSpMk id="64" creationId="{65A9D2F8-CA02-7614-681D-58697DF5E748}"/>
          </ac:grpSpMkLst>
        </pc:grpChg>
        <pc:grpChg chg="mod">
          <ac:chgData name="기복 이" userId="b0430539663acfc1" providerId="LiveId" clId="{4B1CE6EB-5A36-4613-A5EF-AB0EE20735EB}" dt="2025-07-21T00:20:43.792" v="4015" actId="1035"/>
          <ac:grpSpMkLst>
            <pc:docMk/>
            <pc:sldMk cId="1015966395" sldId="2147480259"/>
            <ac:grpSpMk id="68" creationId="{48B9D426-C79D-95C0-4562-72BA38523D36}"/>
          </ac:grpSpMkLst>
        </pc:grpChg>
        <pc:picChg chg="del">
          <ac:chgData name="기복 이" userId="b0430539663acfc1" providerId="LiveId" clId="{4B1CE6EB-5A36-4613-A5EF-AB0EE20735EB}" dt="2025-07-20T22:42:48.730" v="1679" actId="478"/>
          <ac:picMkLst>
            <pc:docMk/>
            <pc:sldMk cId="1015966395" sldId="2147480259"/>
            <ac:picMk id="71" creationId="{3A3DBAB0-79DA-52CE-DD7C-776A98118823}"/>
          </ac:picMkLst>
        </pc:picChg>
        <pc:picChg chg="del">
          <ac:chgData name="기복 이" userId="b0430539663acfc1" providerId="LiveId" clId="{4B1CE6EB-5A36-4613-A5EF-AB0EE20735EB}" dt="2025-07-20T22:42:48.730" v="1679" actId="478"/>
          <ac:picMkLst>
            <pc:docMk/>
            <pc:sldMk cId="1015966395" sldId="2147480259"/>
            <ac:picMk id="72" creationId="{DC678CA1-6195-AA94-939D-98BDC515C52D}"/>
          </ac:picMkLst>
        </pc:picChg>
        <pc:picChg chg="del">
          <ac:chgData name="기복 이" userId="b0430539663acfc1" providerId="LiveId" clId="{4B1CE6EB-5A36-4613-A5EF-AB0EE20735EB}" dt="2025-07-20T22:42:48.730" v="1679" actId="478"/>
          <ac:picMkLst>
            <pc:docMk/>
            <pc:sldMk cId="1015966395" sldId="2147480259"/>
            <ac:picMk id="73" creationId="{F81040B6-5990-3BA5-0CF7-AA99EF106BC9}"/>
          </ac:picMkLst>
        </pc:picChg>
        <pc:picChg chg="del">
          <ac:chgData name="기복 이" userId="b0430539663acfc1" providerId="LiveId" clId="{4B1CE6EB-5A36-4613-A5EF-AB0EE20735EB}" dt="2025-07-20T22:42:48.730" v="1679" actId="478"/>
          <ac:picMkLst>
            <pc:docMk/>
            <pc:sldMk cId="1015966395" sldId="2147480259"/>
            <ac:picMk id="75" creationId="{72F4FCE0-08D4-5361-1DD5-E22A72EA13DB}"/>
          </ac:picMkLst>
        </pc:picChg>
        <pc:picChg chg="del">
          <ac:chgData name="기복 이" userId="b0430539663acfc1" providerId="LiveId" clId="{4B1CE6EB-5A36-4613-A5EF-AB0EE20735EB}" dt="2025-07-20T22:42:41.673" v="1676" actId="478"/>
          <ac:picMkLst>
            <pc:docMk/>
            <pc:sldMk cId="1015966395" sldId="2147480259"/>
            <ac:picMk id="77" creationId="{03548840-F8DA-ACE3-4AB1-65174C122E91}"/>
          </ac:picMkLst>
        </pc:picChg>
        <pc:picChg chg="del">
          <ac:chgData name="기복 이" userId="b0430539663acfc1" providerId="LiveId" clId="{4B1CE6EB-5A36-4613-A5EF-AB0EE20735EB}" dt="2025-07-20T22:42:41.673" v="1676" actId="478"/>
          <ac:picMkLst>
            <pc:docMk/>
            <pc:sldMk cId="1015966395" sldId="2147480259"/>
            <ac:picMk id="78" creationId="{6BBDEE36-A139-BE7E-38FF-F60CE83FD457}"/>
          </ac:picMkLst>
        </pc:picChg>
        <pc:picChg chg="del">
          <ac:chgData name="기복 이" userId="b0430539663acfc1" providerId="LiveId" clId="{4B1CE6EB-5A36-4613-A5EF-AB0EE20735EB}" dt="2025-07-20T22:42:41.673" v="1676" actId="478"/>
          <ac:picMkLst>
            <pc:docMk/>
            <pc:sldMk cId="1015966395" sldId="2147480259"/>
            <ac:picMk id="79" creationId="{37818DE3-70AA-9E9B-6A23-3E05454190CA}"/>
          </ac:picMkLst>
        </pc:picChg>
        <pc:picChg chg="del">
          <ac:chgData name="기복 이" userId="b0430539663acfc1" providerId="LiveId" clId="{4B1CE6EB-5A36-4613-A5EF-AB0EE20735EB}" dt="2025-07-20T22:42:31.145" v="1675" actId="478"/>
          <ac:picMkLst>
            <pc:docMk/>
            <pc:sldMk cId="1015966395" sldId="2147480259"/>
            <ac:picMk id="81" creationId="{956E5B11-157C-DB4C-ADB8-CE4CD3DC3FF1}"/>
          </ac:picMkLst>
        </pc:picChg>
        <pc:picChg chg="del">
          <ac:chgData name="기복 이" userId="b0430539663acfc1" providerId="LiveId" clId="{4B1CE6EB-5A36-4613-A5EF-AB0EE20735EB}" dt="2025-07-20T22:42:46.777" v="1678" actId="478"/>
          <ac:picMkLst>
            <pc:docMk/>
            <pc:sldMk cId="1015966395" sldId="2147480259"/>
            <ac:picMk id="82" creationId="{EA9CF391-054F-7BB8-50DF-3AD9C6A5F602}"/>
          </ac:picMkLst>
        </pc:picChg>
        <pc:picChg chg="del">
          <ac:chgData name="기복 이" userId="b0430539663acfc1" providerId="LiveId" clId="{4B1CE6EB-5A36-4613-A5EF-AB0EE20735EB}" dt="2025-07-20T22:42:46.777" v="1678" actId="478"/>
          <ac:picMkLst>
            <pc:docMk/>
            <pc:sldMk cId="1015966395" sldId="2147480259"/>
            <ac:picMk id="84" creationId="{8981575E-EAEF-5124-551C-7803BDBDDC0C}"/>
          </ac:picMkLst>
        </pc:picChg>
        <pc:picChg chg="del">
          <ac:chgData name="기복 이" userId="b0430539663acfc1" providerId="LiveId" clId="{4B1CE6EB-5A36-4613-A5EF-AB0EE20735EB}" dt="2025-07-20T22:42:44.449" v="1677" actId="478"/>
          <ac:picMkLst>
            <pc:docMk/>
            <pc:sldMk cId="1015966395" sldId="2147480259"/>
            <ac:picMk id="85" creationId="{88ECE9FC-6331-D0BE-7866-9746609D3195}"/>
          </ac:picMkLst>
        </pc:picChg>
        <pc:picChg chg="del">
          <ac:chgData name="기복 이" userId="b0430539663acfc1" providerId="LiveId" clId="{4B1CE6EB-5A36-4613-A5EF-AB0EE20735EB}" dt="2025-07-20T22:42:44.449" v="1677" actId="478"/>
          <ac:picMkLst>
            <pc:docMk/>
            <pc:sldMk cId="1015966395" sldId="2147480259"/>
            <ac:picMk id="87" creationId="{866DB327-3AB0-196B-BD68-FC22FFCE492D}"/>
          </ac:picMkLst>
        </pc:picChg>
        <pc:picChg chg="del">
          <ac:chgData name="기복 이" userId="b0430539663acfc1" providerId="LiveId" clId="{4B1CE6EB-5A36-4613-A5EF-AB0EE20735EB}" dt="2025-07-20T22:41:14.089" v="1592" actId="478"/>
          <ac:picMkLst>
            <pc:docMk/>
            <pc:sldMk cId="1015966395" sldId="2147480259"/>
            <ac:picMk id="88" creationId="{A2FECC36-2799-0100-04C0-ECFBA2FC1FF3}"/>
          </ac:picMkLst>
        </pc:picChg>
      </pc:sldChg>
      <pc:sldChg chg="addSp delSp modSp add mod">
        <pc:chgData name="기복 이" userId="b0430539663acfc1" providerId="LiveId" clId="{4B1CE6EB-5A36-4613-A5EF-AB0EE20735EB}" dt="2025-07-21T00:34:31.057" v="4688" actId="2711"/>
        <pc:sldMkLst>
          <pc:docMk/>
          <pc:sldMk cId="2860660001" sldId="2147480260"/>
        </pc:sldMkLst>
        <pc:spChg chg="mod">
          <ac:chgData name="기복 이" userId="b0430539663acfc1" providerId="LiveId" clId="{4B1CE6EB-5A36-4613-A5EF-AB0EE20735EB}" dt="2025-07-21T00:34:03.559" v="4679" actId="14100"/>
          <ac:spMkLst>
            <pc:docMk/>
            <pc:sldMk cId="2860660001" sldId="2147480260"/>
            <ac:spMk id="7" creationId="{840985B7-1614-6B0B-DB69-5382385C5742}"/>
          </ac:spMkLst>
        </pc:spChg>
        <pc:spChg chg="del mod">
          <ac:chgData name="기복 이" userId="b0430539663acfc1" providerId="LiveId" clId="{4B1CE6EB-5A36-4613-A5EF-AB0EE20735EB}" dt="2025-07-21T00:23:54.394" v="4226" actId="478"/>
          <ac:spMkLst>
            <pc:docMk/>
            <pc:sldMk cId="2860660001" sldId="2147480260"/>
            <ac:spMk id="11" creationId="{E42945E7-B13A-ACC2-FCC2-56ABC3D7C483}"/>
          </ac:spMkLst>
        </pc:spChg>
        <pc:spChg chg="mod">
          <ac:chgData name="기복 이" userId="b0430539663acfc1" providerId="LiveId" clId="{4B1CE6EB-5A36-4613-A5EF-AB0EE20735EB}" dt="2025-07-21T00:33:59.006" v="4677" actId="403"/>
          <ac:spMkLst>
            <pc:docMk/>
            <pc:sldMk cId="2860660001" sldId="2147480260"/>
            <ac:spMk id="13" creationId="{A96DF511-944A-7771-3671-06557BBBA892}"/>
          </ac:spMkLst>
        </pc:spChg>
        <pc:spChg chg="mod">
          <ac:chgData name="기복 이" userId="b0430539663acfc1" providerId="LiveId" clId="{4B1CE6EB-5A36-4613-A5EF-AB0EE20735EB}" dt="2025-07-21T00:33:59.006" v="4677" actId="403"/>
          <ac:spMkLst>
            <pc:docMk/>
            <pc:sldMk cId="2860660001" sldId="2147480260"/>
            <ac:spMk id="15" creationId="{84B3C370-93EC-5942-A80A-A6CE0D409E39}"/>
          </ac:spMkLst>
        </pc:spChg>
        <pc:spChg chg="mod">
          <ac:chgData name="기복 이" userId="b0430539663acfc1" providerId="LiveId" clId="{4B1CE6EB-5A36-4613-A5EF-AB0EE20735EB}" dt="2025-07-21T00:33:59.006" v="4677" actId="403"/>
          <ac:spMkLst>
            <pc:docMk/>
            <pc:sldMk cId="2860660001" sldId="2147480260"/>
            <ac:spMk id="17" creationId="{C99EE749-E426-B319-B9AA-2280A4551F63}"/>
          </ac:spMkLst>
        </pc:spChg>
        <pc:spChg chg="mod">
          <ac:chgData name="기복 이" userId="b0430539663acfc1" providerId="LiveId" clId="{4B1CE6EB-5A36-4613-A5EF-AB0EE20735EB}" dt="2025-07-21T00:34:31.057" v="4688" actId="2711"/>
          <ac:spMkLst>
            <pc:docMk/>
            <pc:sldMk cId="2860660001" sldId="2147480260"/>
            <ac:spMk id="19" creationId="{5A1A4DB0-7D4B-4E25-C634-7935B7F4C529}"/>
          </ac:spMkLst>
        </pc:spChg>
        <pc:spChg chg="mod">
          <ac:chgData name="기복 이" userId="b0430539663acfc1" providerId="LiveId" clId="{4B1CE6EB-5A36-4613-A5EF-AB0EE20735EB}" dt="2025-07-21T00:34:25.015" v="4686" actId="2711"/>
          <ac:spMkLst>
            <pc:docMk/>
            <pc:sldMk cId="2860660001" sldId="2147480260"/>
            <ac:spMk id="20" creationId="{981EE1AC-60F3-0167-4886-84D1047283BC}"/>
          </ac:spMkLst>
        </pc:spChg>
        <pc:spChg chg="mod">
          <ac:chgData name="기복 이" userId="b0430539663acfc1" providerId="LiveId" clId="{4B1CE6EB-5A36-4613-A5EF-AB0EE20735EB}" dt="2025-07-21T00:34:18.955" v="4684" actId="113"/>
          <ac:spMkLst>
            <pc:docMk/>
            <pc:sldMk cId="2860660001" sldId="2147480260"/>
            <ac:spMk id="21" creationId="{3FFABA8E-070E-D270-450F-8FE857BBE01B}"/>
          </ac:spMkLst>
        </pc:spChg>
        <pc:spChg chg="add 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27" creationId="{1B18014C-B215-1FE7-13D6-310CFABC5EE0}"/>
          </ac:spMkLst>
        </pc:spChg>
        <pc:spChg chg="add del mod">
          <ac:chgData name="기복 이" userId="b0430539663acfc1" providerId="LiveId" clId="{4B1CE6EB-5A36-4613-A5EF-AB0EE20735EB}" dt="2025-07-21T00:30:39.737" v="4439" actId="478"/>
          <ac:spMkLst>
            <pc:docMk/>
            <pc:sldMk cId="2860660001" sldId="2147480260"/>
            <ac:spMk id="31" creationId="{7805A12E-E2A6-305F-7F26-8EF72889FFF3}"/>
          </ac:spMkLst>
        </pc:spChg>
        <pc:spChg chg="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32" creationId="{E6B5DC6E-BC3B-1F29-2CF8-0B0EF6ED55B5}"/>
          </ac:spMkLst>
        </pc:spChg>
        <pc:spChg chg="add 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38" creationId="{4BB5348F-E21D-86AC-C4F3-FA7DDDB06EB3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39" creationId="{D211FBC0-1EB7-796B-545F-866459E95DB3}"/>
          </ac:spMkLst>
        </pc:spChg>
        <pc:spChg chg="add 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41" creationId="{4015DFF8-0D96-1863-17C7-3BC35918BBE4}"/>
          </ac:spMkLst>
        </pc:spChg>
        <pc:spChg chg="mod">
          <ac:chgData name="기복 이" userId="b0430539663acfc1" providerId="LiveId" clId="{4B1CE6EB-5A36-4613-A5EF-AB0EE20735EB}" dt="2025-07-20T22:43:34.097" v="1684"/>
          <ac:spMkLst>
            <pc:docMk/>
            <pc:sldMk cId="2860660001" sldId="2147480260"/>
            <ac:spMk id="44" creationId="{E2988A10-15BB-FA69-2A9C-11697BE9AD66}"/>
          </ac:spMkLst>
        </pc:spChg>
        <pc:spChg chg="mod">
          <ac:chgData name="기복 이" userId="b0430539663acfc1" providerId="LiveId" clId="{4B1CE6EB-5A36-4613-A5EF-AB0EE20735EB}" dt="2025-07-21T00:30:17.664" v="4344" actId="1038"/>
          <ac:spMkLst>
            <pc:docMk/>
            <pc:sldMk cId="2860660001" sldId="2147480260"/>
            <ac:spMk id="48" creationId="{D4D2AF61-753E-FCBA-9561-F9CA895D0C8B}"/>
          </ac:spMkLst>
        </pc:spChg>
        <pc:spChg chg="add mod">
          <ac:chgData name="기복 이" userId="b0430539663acfc1" providerId="LiveId" clId="{4B1CE6EB-5A36-4613-A5EF-AB0EE20735EB}" dt="2025-07-21T00:32:49.450" v="4662" actId="20577"/>
          <ac:spMkLst>
            <pc:docMk/>
            <pc:sldMk cId="2860660001" sldId="2147480260"/>
            <ac:spMk id="49" creationId="{50DC21E6-7A4C-C0E1-1009-4AA4903215E0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51" creationId="{19BEEAFE-7A7E-9638-26AE-2C4B4D4B6FE7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53" creationId="{8F5190BA-1406-A866-DDE5-DDB9EADA8D4B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55" creationId="{5C5AF2CF-94D6-DF48-86DB-75873D0E5E7C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66" creationId="{BF40244F-08EA-DF87-A648-DD6BEFCE961B}"/>
          </ac:spMkLst>
        </pc:spChg>
        <pc:spChg chg="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73" creationId="{E202A0B2-123F-DE42-D67A-A04D2F3EF5BB}"/>
          </ac:spMkLst>
        </pc:spChg>
        <pc:spChg chg="del">
          <ac:chgData name="기복 이" userId="b0430539663acfc1" providerId="LiveId" clId="{4B1CE6EB-5A36-4613-A5EF-AB0EE20735EB}" dt="2025-07-20T22:43:21.777" v="1683" actId="478"/>
          <ac:spMkLst>
            <pc:docMk/>
            <pc:sldMk cId="2860660001" sldId="2147480260"/>
            <ac:spMk id="74" creationId="{77E0D596-CF0A-6486-7879-F85C5E821519}"/>
          </ac:spMkLst>
        </pc:spChg>
        <pc:spChg chg="del">
          <ac:chgData name="기복 이" userId="b0430539663acfc1" providerId="LiveId" clId="{4B1CE6EB-5A36-4613-A5EF-AB0EE20735EB}" dt="2025-07-20T22:43:21.777" v="1683" actId="478"/>
          <ac:spMkLst>
            <pc:docMk/>
            <pc:sldMk cId="2860660001" sldId="2147480260"/>
            <ac:spMk id="76" creationId="{A3B5A069-6763-B8C6-F8F1-01B19D35D16D}"/>
          </ac:spMkLst>
        </pc:spChg>
        <pc:spChg chg="mod">
          <ac:chgData name="기복 이" userId="b0430539663acfc1" providerId="LiveId" clId="{4B1CE6EB-5A36-4613-A5EF-AB0EE20735EB}" dt="2025-07-21T00:31:12.043" v="4527" actId="1037"/>
          <ac:spMkLst>
            <pc:docMk/>
            <pc:sldMk cId="2860660001" sldId="2147480260"/>
            <ac:spMk id="77" creationId="{062959B9-E2F1-6B91-BEDA-BD10D6C7FB54}"/>
          </ac:spMkLst>
        </pc:spChg>
        <pc:spChg chg="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78" creationId="{438D2262-A9D9-6B4A-FC4D-CA6C5355F2C0}"/>
          </ac:spMkLst>
        </pc:spChg>
        <pc:spChg chg="del">
          <ac:chgData name="기복 이" userId="b0430539663acfc1" providerId="LiveId" clId="{4B1CE6EB-5A36-4613-A5EF-AB0EE20735EB}" dt="2025-07-20T22:43:21.777" v="1683" actId="478"/>
          <ac:spMkLst>
            <pc:docMk/>
            <pc:sldMk cId="2860660001" sldId="2147480260"/>
            <ac:spMk id="80" creationId="{6075792E-1DDC-900D-0C7C-FF9833125564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81" creationId="{2CCC6B44-2EBF-4582-8DD2-670E3C285660}"/>
          </ac:spMkLst>
        </pc:spChg>
        <pc:spChg chg="del">
          <ac:chgData name="기복 이" userId="b0430539663acfc1" providerId="LiveId" clId="{4B1CE6EB-5A36-4613-A5EF-AB0EE20735EB}" dt="2025-07-20T22:43:21.777" v="1683" actId="478"/>
          <ac:spMkLst>
            <pc:docMk/>
            <pc:sldMk cId="2860660001" sldId="2147480260"/>
            <ac:spMk id="83" creationId="{8807FB63-30C3-FEC8-4801-023ED457D711}"/>
          </ac:spMkLst>
        </pc:spChg>
        <pc:spChg chg="del">
          <ac:chgData name="기복 이" userId="b0430539663acfc1" providerId="LiveId" clId="{4B1CE6EB-5A36-4613-A5EF-AB0EE20735EB}" dt="2025-07-20T22:43:21.777" v="1683" actId="478"/>
          <ac:spMkLst>
            <pc:docMk/>
            <pc:sldMk cId="2860660001" sldId="2147480260"/>
            <ac:spMk id="86" creationId="{A2C99BAC-8A47-F53A-643B-FEADF8329A74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89" creationId="{A11F828C-4D8E-7892-7369-67A3FDF8164A}"/>
          </ac:spMkLst>
        </pc:spChg>
        <pc:spChg chg="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90" creationId="{6DB6CC03-07A6-A518-5E4D-B80024879458}"/>
          </ac:spMkLst>
        </pc:spChg>
        <pc:spChg chg="mod">
          <ac:chgData name="기복 이" userId="b0430539663acfc1" providerId="LiveId" clId="{4B1CE6EB-5A36-4613-A5EF-AB0EE20735EB}" dt="2025-07-20T22:43:38.740" v="1711" actId="1035"/>
          <ac:spMkLst>
            <pc:docMk/>
            <pc:sldMk cId="2860660001" sldId="2147480260"/>
            <ac:spMk id="91" creationId="{07091509-FB4E-556B-7DCE-DDECD8CB327A}"/>
          </ac:spMkLst>
        </pc:spChg>
        <pc:spChg chg="del mod">
          <ac:chgData name="기복 이" userId="b0430539663acfc1" providerId="LiveId" clId="{4B1CE6EB-5A36-4613-A5EF-AB0EE20735EB}" dt="2025-07-21T00:31:25.169" v="4529" actId="478"/>
          <ac:spMkLst>
            <pc:docMk/>
            <pc:sldMk cId="2860660001" sldId="2147480260"/>
            <ac:spMk id="94" creationId="{8DBDF06F-A1BB-BEF1-88D2-BF3305BBD6BF}"/>
          </ac:spMkLst>
        </pc:spChg>
        <pc:spChg chg="add mod">
          <ac:chgData name="기복 이" userId="b0430539663acfc1" providerId="LiveId" clId="{4B1CE6EB-5A36-4613-A5EF-AB0EE20735EB}" dt="2025-07-20T22:43:34.097" v="1684"/>
          <ac:spMkLst>
            <pc:docMk/>
            <pc:sldMk cId="2860660001" sldId="2147480260"/>
            <ac:spMk id="96" creationId="{0099BA89-CA13-CDBE-AF7F-7D7D1E90F41F}"/>
          </ac:spMkLst>
        </pc:spChg>
        <pc:spChg chg="add mod">
          <ac:chgData name="기복 이" userId="b0430539663acfc1" providerId="LiveId" clId="{4B1CE6EB-5A36-4613-A5EF-AB0EE20735EB}" dt="2025-07-20T22:43:34.097" v="1684"/>
          <ac:spMkLst>
            <pc:docMk/>
            <pc:sldMk cId="2860660001" sldId="2147480260"/>
            <ac:spMk id="97" creationId="{0F8D1DF2-42D7-DD65-52A4-C7857C841F8F}"/>
          </ac:spMkLst>
        </pc:spChg>
        <pc:spChg chg="mod">
          <ac:chgData name="기복 이" userId="b0430539663acfc1" providerId="LiveId" clId="{4B1CE6EB-5A36-4613-A5EF-AB0EE20735EB}" dt="2025-07-20T22:43:34.097" v="1684"/>
          <ac:spMkLst>
            <pc:docMk/>
            <pc:sldMk cId="2860660001" sldId="2147480260"/>
            <ac:spMk id="102" creationId="{CB215589-C266-8470-66E8-A9D69B964AD1}"/>
          </ac:spMkLst>
        </pc:spChg>
        <pc:spChg chg="mod">
          <ac:chgData name="기복 이" userId="b0430539663acfc1" providerId="LiveId" clId="{4B1CE6EB-5A36-4613-A5EF-AB0EE20735EB}" dt="2025-07-21T00:32:28.586" v="4659" actId="1037"/>
          <ac:spMkLst>
            <pc:docMk/>
            <pc:sldMk cId="2860660001" sldId="2147480260"/>
            <ac:spMk id="106" creationId="{3A0B94E2-8D80-7446-910D-BC6B92399A6C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107" creationId="{8160562B-0FAD-9A9A-8773-01EB89467527}"/>
          </ac:spMkLst>
        </pc:spChg>
        <pc:spChg chg="mod">
          <ac:chgData name="기복 이" userId="b0430539663acfc1" providerId="LiveId" clId="{4B1CE6EB-5A36-4613-A5EF-AB0EE20735EB}" dt="2025-07-20T22:43:34.097" v="1684"/>
          <ac:spMkLst>
            <pc:docMk/>
            <pc:sldMk cId="2860660001" sldId="2147480260"/>
            <ac:spMk id="111" creationId="{139DEF74-F167-4806-409D-1446F293F50C}"/>
          </ac:spMkLst>
        </pc:spChg>
        <pc:spChg chg="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113" creationId="{8C4EA993-DD8D-F476-EC35-DF94A8C2105C}"/>
          </ac:spMkLst>
        </pc:spChg>
        <pc:spChg chg="add mod">
          <ac:chgData name="기복 이" userId="b0430539663acfc1" providerId="LiveId" clId="{4B1CE6EB-5A36-4613-A5EF-AB0EE20735EB}" dt="2025-07-21T00:32:40.758" v="4661" actId="2711"/>
          <ac:spMkLst>
            <pc:docMk/>
            <pc:sldMk cId="2860660001" sldId="2147480260"/>
            <ac:spMk id="114" creationId="{22CF4C52-B4CB-C70E-E2AE-54265B2C6D54}"/>
          </ac:spMkLst>
        </pc:spChg>
        <pc:spChg chg="add mod">
          <ac:chgData name="기복 이" userId="b0430539663acfc1" providerId="LiveId" clId="{4B1CE6EB-5A36-4613-A5EF-AB0EE20735EB}" dt="2025-07-21T00:29:52.009" v="4322" actId="20577"/>
          <ac:spMkLst>
            <pc:docMk/>
            <pc:sldMk cId="2860660001" sldId="2147480260"/>
            <ac:spMk id="115" creationId="{FD84E319-B361-C5DA-41B4-87747FC103CF}"/>
          </ac:spMkLst>
        </pc:spChg>
        <pc:spChg chg="add mod">
          <ac:chgData name="기복 이" userId="b0430539663acfc1" providerId="LiveId" clId="{4B1CE6EB-5A36-4613-A5EF-AB0EE20735EB}" dt="2025-07-21T00:30:51.135" v="4521" actId="1038"/>
          <ac:spMkLst>
            <pc:docMk/>
            <pc:sldMk cId="2860660001" sldId="2147480260"/>
            <ac:spMk id="116" creationId="{87E8391E-8BD8-8E27-BA50-9DA1A5483A73}"/>
          </ac:spMkLst>
        </pc:spChg>
        <pc:spChg chg="add mod">
          <ac:chgData name="기복 이" userId="b0430539663acfc1" providerId="LiveId" clId="{4B1CE6EB-5A36-4613-A5EF-AB0EE20735EB}" dt="2025-07-21T00:31:59.575" v="4647" actId="1038"/>
          <ac:spMkLst>
            <pc:docMk/>
            <pc:sldMk cId="2860660001" sldId="2147480260"/>
            <ac:spMk id="117" creationId="{E89D703A-0B44-FC4B-EEB3-06B7F3B36B5E}"/>
          </ac:spMkLst>
        </pc:spChg>
        <pc:grpChg chg="del">
          <ac:chgData name="기복 이" userId="b0430539663acfc1" providerId="LiveId" clId="{4B1CE6EB-5A36-4613-A5EF-AB0EE20735EB}" dt="2025-07-20T22:43:21.777" v="1683" actId="478"/>
          <ac:grpSpMkLst>
            <pc:docMk/>
            <pc:sldMk cId="2860660001" sldId="2147480260"/>
            <ac:grpSpMk id="3" creationId="{CFE93CDC-9B71-832D-52A2-7C47545A5117}"/>
          </ac:grpSpMkLst>
        </pc:grpChg>
        <pc:grpChg chg="mod">
          <ac:chgData name="기복 이" userId="b0430539663acfc1" providerId="LiveId" clId="{4B1CE6EB-5A36-4613-A5EF-AB0EE20735EB}" dt="2025-07-21T00:34:03.559" v="4679" actId="14100"/>
          <ac:grpSpMkLst>
            <pc:docMk/>
            <pc:sldMk cId="2860660001" sldId="2147480260"/>
            <ac:grpSpMk id="10" creationId="{6C54A7BD-B776-30FC-DB9F-D23F3B680D01}"/>
          </ac:grpSpMkLst>
        </pc:grpChg>
        <pc:grpChg chg="del">
          <ac:chgData name="기복 이" userId="b0430539663acfc1" providerId="LiveId" clId="{4B1CE6EB-5A36-4613-A5EF-AB0EE20735EB}" dt="2025-07-20T22:43:21.777" v="1683" actId="478"/>
          <ac:grpSpMkLst>
            <pc:docMk/>
            <pc:sldMk cId="2860660001" sldId="2147480260"/>
            <ac:grpSpMk id="60" creationId="{A4F11ED8-CB8F-E2AF-9689-A12AB964474E}"/>
          </ac:grpSpMkLst>
        </pc:grpChg>
        <pc:grpChg chg="del">
          <ac:chgData name="기복 이" userId="b0430539663acfc1" providerId="LiveId" clId="{4B1CE6EB-5A36-4613-A5EF-AB0EE20735EB}" dt="2025-07-20T22:43:21.777" v="1683" actId="478"/>
          <ac:grpSpMkLst>
            <pc:docMk/>
            <pc:sldMk cId="2860660001" sldId="2147480260"/>
            <ac:grpSpMk id="64" creationId="{399179A9-27AE-3A6D-F0E9-5073DFDC626C}"/>
          </ac:grpSpMkLst>
        </pc:grpChg>
        <pc:grpChg chg="del">
          <ac:chgData name="기복 이" userId="b0430539663acfc1" providerId="LiveId" clId="{4B1CE6EB-5A36-4613-A5EF-AB0EE20735EB}" dt="2025-07-20T22:43:21.777" v="1683" actId="478"/>
          <ac:grpSpMkLst>
            <pc:docMk/>
            <pc:sldMk cId="2860660001" sldId="2147480260"/>
            <ac:grpSpMk id="68" creationId="{82794379-5DDA-91A0-5C4C-74F46952825F}"/>
          </ac:grpSpMkLst>
        </pc:grpChg>
      </pc:sldChg>
      <pc:sldChg chg="addSp delSp modSp add mod">
        <pc:chgData name="기복 이" userId="b0430539663acfc1" providerId="LiveId" clId="{4B1CE6EB-5A36-4613-A5EF-AB0EE20735EB}" dt="2025-07-21T00:39:56.849" v="4764" actId="113"/>
        <pc:sldMkLst>
          <pc:docMk/>
          <pc:sldMk cId="3333169138" sldId="2147480261"/>
        </pc:sldMkLst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7" creationId="{27DC98C8-3FCB-C196-D353-F080F40F65AF}"/>
          </ac:spMkLst>
        </pc:spChg>
        <pc:spChg chg="del mod">
          <ac:chgData name="기복 이" userId="b0430539663acfc1" providerId="LiveId" clId="{4B1CE6EB-5A36-4613-A5EF-AB0EE20735EB}" dt="2025-07-21T00:24:33.837" v="4239"/>
          <ac:spMkLst>
            <pc:docMk/>
            <pc:sldMk cId="3333169138" sldId="2147480261"/>
            <ac:spMk id="11" creationId="{259247C1-70F4-7B1D-D100-1012000F4F2A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19" creationId="{3A3BC8A1-DDEE-A157-290C-D11288B5F3AD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20" creationId="{4694FD89-DDD5-93B2-C780-13E48561E77F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46" creationId="{21E0890B-86E5-D628-E320-6FCC1F3DB331}"/>
          </ac:spMkLst>
        </pc:spChg>
        <pc:spChg chg="mod">
          <ac:chgData name="기복 이" userId="b0430539663acfc1" providerId="LiveId" clId="{4B1CE6EB-5A36-4613-A5EF-AB0EE20735EB}" dt="2025-07-21T00:34:57.271" v="4690" actId="403"/>
          <ac:spMkLst>
            <pc:docMk/>
            <pc:sldMk cId="3333169138" sldId="2147480261"/>
            <ac:spMk id="65" creationId="{08D9AA72-BD66-7742-6D29-D8F7BEC4F2CD}"/>
          </ac:spMkLst>
        </pc:spChg>
        <pc:spChg chg="mod">
          <ac:chgData name="기복 이" userId="b0430539663acfc1" providerId="LiveId" clId="{4B1CE6EB-5A36-4613-A5EF-AB0EE20735EB}" dt="2025-07-20T22:44:54.236" v="1716"/>
          <ac:spMkLst>
            <pc:docMk/>
            <pc:sldMk cId="3333169138" sldId="2147480261"/>
            <ac:spMk id="68" creationId="{0D0917C1-8D0B-66E9-D88D-A0296066BB38}"/>
          </ac:spMkLst>
        </pc:spChg>
        <pc:spChg chg="mod">
          <ac:chgData name="기복 이" userId="b0430539663acfc1" providerId="LiveId" clId="{4B1CE6EB-5A36-4613-A5EF-AB0EE20735EB}" dt="2025-07-21T00:35:46.161" v="4698" actId="403"/>
          <ac:spMkLst>
            <pc:docMk/>
            <pc:sldMk cId="3333169138" sldId="2147480261"/>
            <ac:spMk id="76" creationId="{85AA5A5B-C881-9D64-19EB-1BF7151F94EF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78" creationId="{6F30EB74-12EC-8EB5-1E82-A56FB624939B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87" creationId="{817E07A4-A9F9-3640-AFC2-5FE21A669550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88" creationId="{7676FAC8-2D10-1817-1AFE-036CD5DBBEB6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89" creationId="{51618D80-20F6-7AB6-C14D-6F7C827531A2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90" creationId="{18CDE897-9391-CC4E-4B90-94B90DAF7630}"/>
          </ac:spMkLst>
        </pc:spChg>
        <pc:spChg chg="del">
          <ac:chgData name="기복 이" userId="b0430539663acfc1" providerId="LiveId" clId="{4B1CE6EB-5A36-4613-A5EF-AB0EE20735EB}" dt="2025-07-20T22:44:53.892" v="1715" actId="478"/>
          <ac:spMkLst>
            <pc:docMk/>
            <pc:sldMk cId="3333169138" sldId="2147480261"/>
            <ac:spMk id="99" creationId="{DDA686A4-9168-31FF-D5A5-4CB0CCA0698A}"/>
          </ac:spMkLst>
        </pc:spChg>
        <pc:spChg chg="add mod">
          <ac:chgData name="기복 이" userId="b0430539663acfc1" providerId="LiveId" clId="{4B1CE6EB-5A36-4613-A5EF-AB0EE20735EB}" dt="2025-07-21T00:35:55.998" v="4701" actId="2711"/>
          <ac:spMkLst>
            <pc:docMk/>
            <pc:sldMk cId="3333169138" sldId="2147480261"/>
            <ac:spMk id="117" creationId="{810EDB78-2AE2-C108-D80C-DB84291FB973}"/>
          </ac:spMkLst>
        </pc:spChg>
        <pc:spChg chg="mod">
          <ac:chgData name="기복 이" userId="b0430539663acfc1" providerId="LiveId" clId="{4B1CE6EB-5A36-4613-A5EF-AB0EE20735EB}" dt="2025-07-21T00:35:23.830" v="4694" actId="207"/>
          <ac:spMkLst>
            <pc:docMk/>
            <pc:sldMk cId="3333169138" sldId="2147480261"/>
            <ac:spMk id="119" creationId="{2F41244B-92D3-4076-1191-9E003448866C}"/>
          </ac:spMkLst>
        </pc:spChg>
        <pc:spChg chg="mod">
          <ac:chgData name="기복 이" userId="b0430539663acfc1" providerId="LiveId" clId="{4B1CE6EB-5A36-4613-A5EF-AB0EE20735EB}" dt="2025-07-21T00:35:23.830" v="4694" actId="207"/>
          <ac:spMkLst>
            <pc:docMk/>
            <pc:sldMk cId="3333169138" sldId="2147480261"/>
            <ac:spMk id="120" creationId="{8161F037-8D4D-5679-3042-A856C6F1517C}"/>
          </ac:spMkLst>
        </pc:spChg>
        <pc:spChg chg="mod">
          <ac:chgData name="기복 이" userId="b0430539663acfc1" providerId="LiveId" clId="{4B1CE6EB-5A36-4613-A5EF-AB0EE20735EB}" dt="2025-07-21T00:35:23.830" v="4694" actId="207"/>
          <ac:spMkLst>
            <pc:docMk/>
            <pc:sldMk cId="3333169138" sldId="2147480261"/>
            <ac:spMk id="121" creationId="{260103A3-8D7A-772A-9226-BCA5C6D294AB}"/>
          </ac:spMkLst>
        </pc:spChg>
        <pc:spChg chg="mod">
          <ac:chgData name="기복 이" userId="b0430539663acfc1" providerId="LiveId" clId="{4B1CE6EB-5A36-4613-A5EF-AB0EE20735EB}" dt="2025-07-21T00:35:23.830" v="4694" actId="207"/>
          <ac:spMkLst>
            <pc:docMk/>
            <pc:sldMk cId="3333169138" sldId="2147480261"/>
            <ac:spMk id="122" creationId="{01E30672-B046-1421-FC2B-8F88758BBC1B}"/>
          </ac:spMkLst>
        </pc:spChg>
        <pc:spChg chg="mod">
          <ac:chgData name="기복 이" userId="b0430539663acfc1" providerId="LiveId" clId="{4B1CE6EB-5A36-4613-A5EF-AB0EE20735EB}" dt="2025-07-21T00:36:08.087" v="4704" actId="403"/>
          <ac:spMkLst>
            <pc:docMk/>
            <pc:sldMk cId="3333169138" sldId="2147480261"/>
            <ac:spMk id="123" creationId="{5DB73560-B5B7-09E7-F7AB-E65C2C018DB8}"/>
          </ac:spMkLst>
        </pc:spChg>
        <pc:spChg chg="mod">
          <ac:chgData name="기복 이" userId="b0430539663acfc1" providerId="LiveId" clId="{4B1CE6EB-5A36-4613-A5EF-AB0EE20735EB}" dt="2025-07-21T00:35:12.363" v="4693" actId="207"/>
          <ac:spMkLst>
            <pc:docMk/>
            <pc:sldMk cId="3333169138" sldId="2147480261"/>
            <ac:spMk id="126" creationId="{209E0198-9091-083A-2B74-00B143F9916D}"/>
          </ac:spMkLst>
        </pc:spChg>
        <pc:spChg chg="mod">
          <ac:chgData name="기복 이" userId="b0430539663acfc1" providerId="LiveId" clId="{4B1CE6EB-5A36-4613-A5EF-AB0EE20735EB}" dt="2025-07-21T00:35:12.363" v="4693" actId="207"/>
          <ac:spMkLst>
            <pc:docMk/>
            <pc:sldMk cId="3333169138" sldId="2147480261"/>
            <ac:spMk id="127" creationId="{71106895-EF31-4041-6CAC-08CC4B5C250B}"/>
          </ac:spMkLst>
        </pc:spChg>
        <pc:spChg chg="mod">
          <ac:chgData name="기복 이" userId="b0430539663acfc1" providerId="LiveId" clId="{4B1CE6EB-5A36-4613-A5EF-AB0EE20735EB}" dt="2025-07-21T00:36:23.867" v="4708" actId="14100"/>
          <ac:spMkLst>
            <pc:docMk/>
            <pc:sldMk cId="3333169138" sldId="2147480261"/>
            <ac:spMk id="129" creationId="{ACC43E9D-8A45-A67C-DEE4-ED8336AD3DAB}"/>
          </ac:spMkLst>
        </pc:spChg>
        <pc:spChg chg="mod">
          <ac:chgData name="기복 이" userId="b0430539663acfc1" providerId="LiveId" clId="{4B1CE6EB-5A36-4613-A5EF-AB0EE20735EB}" dt="2025-07-21T00:38:30.807" v="4744" actId="14100"/>
          <ac:spMkLst>
            <pc:docMk/>
            <pc:sldMk cId="3333169138" sldId="2147480261"/>
            <ac:spMk id="133" creationId="{80ED018D-5B59-C0D5-B0EE-4276D42D4754}"/>
          </ac:spMkLst>
        </pc:spChg>
        <pc:spChg chg="add mod">
          <ac:chgData name="기복 이" userId="b0430539663acfc1" providerId="LiveId" clId="{4B1CE6EB-5A36-4613-A5EF-AB0EE20735EB}" dt="2025-07-21T00:35:12.363" v="4693" actId="207"/>
          <ac:spMkLst>
            <pc:docMk/>
            <pc:sldMk cId="3333169138" sldId="2147480261"/>
            <ac:spMk id="135" creationId="{AACD808B-D92D-38A4-C70D-A075F7D6067D}"/>
          </ac:spMkLst>
        </pc:spChg>
        <pc:spChg chg="add mod">
          <ac:chgData name="기복 이" userId="b0430539663acfc1" providerId="LiveId" clId="{4B1CE6EB-5A36-4613-A5EF-AB0EE20735EB}" dt="2025-07-20T22:44:54.236" v="1716"/>
          <ac:spMkLst>
            <pc:docMk/>
            <pc:sldMk cId="3333169138" sldId="2147480261"/>
            <ac:spMk id="138" creationId="{F1ACC4D0-7452-CA11-C2A8-41643EF04A25}"/>
          </ac:spMkLst>
        </pc:spChg>
        <pc:spChg chg="add mod">
          <ac:chgData name="기복 이" userId="b0430539663acfc1" providerId="LiveId" clId="{4B1CE6EB-5A36-4613-A5EF-AB0EE20735EB}" dt="2025-07-21T00:34:57.271" v="4690" actId="403"/>
          <ac:spMkLst>
            <pc:docMk/>
            <pc:sldMk cId="3333169138" sldId="2147480261"/>
            <ac:spMk id="142" creationId="{C7901325-626B-FF9F-F87E-7E6F9FB9C67E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44" creationId="{73BC09A2-3177-CC8B-7D22-A3BACB1FBBED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45" creationId="{9FFEFC66-4877-FC2C-E872-8A72141AA6AC}"/>
          </ac:spMkLst>
        </pc:spChg>
        <pc:spChg chg="mod">
          <ac:chgData name="기복 이" userId="b0430539663acfc1" providerId="LiveId" clId="{4B1CE6EB-5A36-4613-A5EF-AB0EE20735EB}" dt="2025-07-21T00:37:30.813" v="4721" actId="207"/>
          <ac:spMkLst>
            <pc:docMk/>
            <pc:sldMk cId="3333169138" sldId="2147480261"/>
            <ac:spMk id="146" creationId="{F56788B8-1E23-0F29-9482-FC8FE2F26BB0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48" creationId="{55A9DFCF-3E5C-A9DC-06BF-584DBB0CD7BB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49" creationId="{48782E9A-2BBD-2E79-4260-38B43C1D5FF1}"/>
          </ac:spMkLst>
        </pc:spChg>
        <pc:spChg chg="mod">
          <ac:chgData name="기복 이" userId="b0430539663acfc1" providerId="LiveId" clId="{4B1CE6EB-5A36-4613-A5EF-AB0EE20735EB}" dt="2025-07-21T00:37:05.066" v="4717" actId="2711"/>
          <ac:spMkLst>
            <pc:docMk/>
            <pc:sldMk cId="3333169138" sldId="2147480261"/>
            <ac:spMk id="150" creationId="{25B2F6D9-0207-9ADE-4AD1-A07F9EB03D32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52" creationId="{A8679A52-AE59-B66A-2A18-241539054A06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53" creationId="{8B812623-0280-3D20-A86B-3BEE5D21A14E}"/>
          </ac:spMkLst>
        </pc:spChg>
        <pc:spChg chg="mod">
          <ac:chgData name="기복 이" userId="b0430539663acfc1" providerId="LiveId" clId="{4B1CE6EB-5A36-4613-A5EF-AB0EE20735EB}" dt="2025-07-21T00:37:22.339" v="4720" actId="403"/>
          <ac:spMkLst>
            <pc:docMk/>
            <pc:sldMk cId="3333169138" sldId="2147480261"/>
            <ac:spMk id="154" creationId="{07DB5B97-3662-9880-DF8D-3A742BB9481E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56" creationId="{76C72710-8D2B-6EC5-15AF-870D82D7A5F2}"/>
          </ac:spMkLst>
        </pc:spChg>
        <pc:spChg chg="mod">
          <ac:chgData name="기복 이" userId="b0430539663acfc1" providerId="LiveId" clId="{4B1CE6EB-5A36-4613-A5EF-AB0EE20735EB}" dt="2025-07-21T00:36:33.854" v="4709" actId="207"/>
          <ac:spMkLst>
            <pc:docMk/>
            <pc:sldMk cId="3333169138" sldId="2147480261"/>
            <ac:spMk id="157" creationId="{8A3A3BBF-9453-E8DD-EE7E-12C3B34B34B0}"/>
          </ac:spMkLst>
        </pc:spChg>
        <pc:spChg chg="mod">
          <ac:chgData name="기복 이" userId="b0430539663acfc1" providerId="LiveId" clId="{4B1CE6EB-5A36-4613-A5EF-AB0EE20735EB}" dt="2025-07-21T00:37:45.997" v="4724" actId="403"/>
          <ac:spMkLst>
            <pc:docMk/>
            <pc:sldMk cId="3333169138" sldId="2147480261"/>
            <ac:spMk id="158" creationId="{316416BF-7F75-010E-F3E0-D09F98A9E4C0}"/>
          </ac:spMkLst>
        </pc:spChg>
        <pc:spChg chg="add mod">
          <ac:chgData name="기복 이" userId="b0430539663acfc1" providerId="LiveId" clId="{4B1CE6EB-5A36-4613-A5EF-AB0EE20735EB}" dt="2025-07-21T00:37:59.167" v="4728" actId="14100"/>
          <ac:spMkLst>
            <pc:docMk/>
            <pc:sldMk cId="3333169138" sldId="2147480261"/>
            <ac:spMk id="159" creationId="{740E7AC7-570E-CE7C-AA24-3A1376094BE5}"/>
          </ac:spMkLst>
        </pc:spChg>
        <pc:spChg chg="add mod">
          <ac:chgData name="기복 이" userId="b0430539663acfc1" providerId="LiveId" clId="{4B1CE6EB-5A36-4613-A5EF-AB0EE20735EB}" dt="2025-07-21T00:38:02.090" v="4729" actId="14100"/>
          <ac:spMkLst>
            <pc:docMk/>
            <pc:sldMk cId="3333169138" sldId="2147480261"/>
            <ac:spMk id="165" creationId="{E923FB90-D882-778A-CFE9-E49C53CDC5A3}"/>
          </ac:spMkLst>
        </pc:spChg>
        <pc:spChg chg="mod">
          <ac:chgData name="기복 이" userId="b0430539663acfc1" providerId="LiveId" clId="{4B1CE6EB-5A36-4613-A5EF-AB0EE20735EB}" dt="2025-07-21T00:38:16.089" v="4742"/>
          <ac:spMkLst>
            <pc:docMk/>
            <pc:sldMk cId="3333169138" sldId="2147480261"/>
            <ac:spMk id="166" creationId="{5522E379-DCCE-45A4-F403-B11D20D1EFD2}"/>
          </ac:spMkLst>
        </pc:spChg>
        <pc:spChg chg="mod">
          <ac:chgData name="기복 이" userId="b0430539663acfc1" providerId="LiveId" clId="{4B1CE6EB-5A36-4613-A5EF-AB0EE20735EB}" dt="2025-07-21T00:38:04.189" v="4730" actId="14100"/>
          <ac:spMkLst>
            <pc:docMk/>
            <pc:sldMk cId="3333169138" sldId="2147480261"/>
            <ac:spMk id="167" creationId="{C9E729B8-D7C3-C618-FCE8-E7FC00F53C1D}"/>
          </ac:spMkLst>
        </pc:spChg>
        <pc:spChg chg="mod">
          <ac:chgData name="기복 이" userId="b0430539663acfc1" providerId="LiveId" clId="{4B1CE6EB-5A36-4613-A5EF-AB0EE20735EB}" dt="2025-07-21T00:38:10.858" v="4732" actId="14100"/>
          <ac:spMkLst>
            <pc:docMk/>
            <pc:sldMk cId="3333169138" sldId="2147480261"/>
            <ac:spMk id="168" creationId="{00A3E6FC-7985-E1DC-2399-8D23F096731E}"/>
          </ac:spMkLst>
        </pc:spChg>
        <pc:spChg chg="mod">
          <ac:chgData name="기복 이" userId="b0430539663acfc1" providerId="LiveId" clId="{4B1CE6EB-5A36-4613-A5EF-AB0EE20735EB}" dt="2025-07-21T00:35:12.363" v="4693" actId="207"/>
          <ac:spMkLst>
            <pc:docMk/>
            <pc:sldMk cId="3333169138" sldId="2147480261"/>
            <ac:spMk id="170" creationId="{87BD1AEC-CCE6-41DB-D57E-BE446A7557A8}"/>
          </ac:spMkLst>
        </pc:spChg>
        <pc:spChg chg="add mod">
          <ac:chgData name="기복 이" userId="b0430539663acfc1" providerId="LiveId" clId="{4B1CE6EB-5A36-4613-A5EF-AB0EE20735EB}" dt="2025-07-21T00:39:56.849" v="4764" actId="113"/>
          <ac:spMkLst>
            <pc:docMk/>
            <pc:sldMk cId="3333169138" sldId="2147480261"/>
            <ac:spMk id="173" creationId="{851A9184-DC32-A996-1B13-C07494404730}"/>
          </ac:spMkLst>
        </pc:spChg>
        <pc:spChg chg="add mod">
          <ac:chgData name="기복 이" userId="b0430539663acfc1" providerId="LiveId" clId="{4B1CE6EB-5A36-4613-A5EF-AB0EE20735EB}" dt="2025-07-21T00:26:38.087" v="4260" actId="207"/>
          <ac:spMkLst>
            <pc:docMk/>
            <pc:sldMk cId="3333169138" sldId="2147480261"/>
            <ac:spMk id="174" creationId="{44EFB689-0C9B-DDAD-973D-ACB7B64453CA}"/>
          </ac:spMkLst>
        </pc:spChg>
        <pc:grpChg chg="del">
          <ac:chgData name="기복 이" userId="b0430539663acfc1" providerId="LiveId" clId="{4B1CE6EB-5A36-4613-A5EF-AB0EE20735EB}" dt="2025-07-20T22:45:00.540" v="1717" actId="478"/>
          <ac:grpSpMkLst>
            <pc:docMk/>
            <pc:sldMk cId="3333169138" sldId="2147480261"/>
            <ac:grpSpMk id="3" creationId="{2E60F1FA-4B22-3015-0A50-B54AD09A0DDC}"/>
          </ac:grpSpMkLst>
        </pc:grpChg>
        <pc:grpChg chg="add mod">
          <ac:chgData name="기복 이" userId="b0430539663acfc1" providerId="LiveId" clId="{4B1CE6EB-5A36-4613-A5EF-AB0EE20735EB}" dt="2025-07-20T22:45:17.766" v="1719" actId="14100"/>
          <ac:grpSpMkLst>
            <pc:docMk/>
            <pc:sldMk cId="3333169138" sldId="2147480261"/>
            <ac:grpSpMk id="169" creationId="{CD7C4991-CC58-3AEF-30F9-EB41975BB9DF}"/>
          </ac:grpSpMkLst>
        </pc:grpChg>
        <pc:picChg chg="mod">
          <ac:chgData name="기복 이" userId="b0430539663acfc1" providerId="LiveId" clId="{4B1CE6EB-5A36-4613-A5EF-AB0EE20735EB}" dt="2025-07-20T22:45:08.083" v="1718"/>
          <ac:picMkLst>
            <pc:docMk/>
            <pc:sldMk cId="3333169138" sldId="2147480261"/>
            <ac:picMk id="171" creationId="{E0E625D6-2B4C-00DD-93AE-BAC53A56CD22}"/>
          </ac:picMkLst>
        </pc:picChg>
        <pc:picChg chg="mod">
          <ac:chgData name="기복 이" userId="b0430539663acfc1" providerId="LiveId" clId="{4B1CE6EB-5A36-4613-A5EF-AB0EE20735EB}" dt="2025-07-20T22:45:08.083" v="1718"/>
          <ac:picMkLst>
            <pc:docMk/>
            <pc:sldMk cId="3333169138" sldId="2147480261"/>
            <ac:picMk id="172" creationId="{478CFACE-9CC7-2F37-C89B-62F8C1B0C747}"/>
          </ac:picMkLst>
        </pc:picChg>
      </pc:sldChg>
      <pc:sldChg chg="addSp delSp modSp add mod">
        <pc:chgData name="기복 이" userId="b0430539663acfc1" providerId="LiveId" clId="{4B1CE6EB-5A36-4613-A5EF-AB0EE20735EB}" dt="2025-07-21T00:58:56.847" v="5585" actId="20577"/>
        <pc:sldMkLst>
          <pc:docMk/>
          <pc:sldMk cId="1955475584" sldId="2147480262"/>
        </pc:sldMkLst>
        <pc:spChg chg="mod">
          <ac:chgData name="기복 이" userId="b0430539663acfc1" providerId="LiveId" clId="{4B1CE6EB-5A36-4613-A5EF-AB0EE20735EB}" dt="2025-07-21T00:58:56.847" v="5585" actId="20577"/>
          <ac:spMkLst>
            <pc:docMk/>
            <pc:sldMk cId="1955475584" sldId="2147480262"/>
            <ac:spMk id="11" creationId="{EBF88DCB-33BA-6F94-F76D-EAF9F09CBD0C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2" creationId="{211771AA-6D99-B9F3-D9E9-5BB759EC2139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76" creationId="{7DE409B5-78B2-250F-5488-B9374BE782E3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23" creationId="{D386014E-D3CC-102A-A17F-D64418C10226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34" creationId="{DD1EA03E-E56B-0584-7392-F43BA54BFB81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36" creationId="{1185D947-0C26-DC50-5B01-3352975F30F0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38" creationId="{40AFFC5C-70CE-D223-C047-AFDF3D0C2085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50" creationId="{4855CDE0-467C-BEA6-8012-1A50C45C4A3A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59" creationId="{B3A416D0-C258-9305-DF4A-1960E8D7C8B4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66" creationId="{03DDFA6B-B8B1-D48E-43A4-082513F9C8CA}"/>
          </ac:spMkLst>
        </pc:spChg>
        <pc:spChg chg="del">
          <ac:chgData name="기복 이" userId="b0430539663acfc1" providerId="LiveId" clId="{4B1CE6EB-5A36-4613-A5EF-AB0EE20735EB}" dt="2025-07-20T22:47:28.394" v="1791" actId="478"/>
          <ac:spMkLst>
            <pc:docMk/>
            <pc:sldMk cId="1955475584" sldId="2147480262"/>
            <ac:spMk id="168" creationId="{FA2AE286-818F-8ED9-BE82-F110F8BC96E2}"/>
          </ac:spMkLst>
        </pc:spChg>
        <pc:picChg chg="add del mod">
          <ac:chgData name="기복 이" userId="b0430539663acfc1" providerId="LiveId" clId="{4B1CE6EB-5A36-4613-A5EF-AB0EE20735EB}" dt="2025-07-20T22:51:47.201" v="1795" actId="22"/>
          <ac:picMkLst>
            <pc:docMk/>
            <pc:sldMk cId="1955475584" sldId="2147480262"/>
            <ac:picMk id="3" creationId="{6963500E-96C0-98B0-13D6-C01CE549BB07}"/>
          </ac:picMkLst>
        </pc:picChg>
        <pc:picChg chg="add mod">
          <ac:chgData name="기복 이" userId="b0430539663acfc1" providerId="LiveId" clId="{4B1CE6EB-5A36-4613-A5EF-AB0EE20735EB}" dt="2025-07-21T00:40:18.031" v="4792" actId="1035"/>
          <ac:picMkLst>
            <pc:docMk/>
            <pc:sldMk cId="1955475584" sldId="2147480262"/>
            <ac:picMk id="5" creationId="{CD3BB839-8E9C-A6F4-530B-C7BB3BF8242F}"/>
          </ac:picMkLst>
        </pc:picChg>
      </pc:sldChg>
      <pc:sldChg chg="addSp delSp modSp add mod">
        <pc:chgData name="기복 이" userId="b0430539663acfc1" providerId="LiveId" clId="{4B1CE6EB-5A36-4613-A5EF-AB0EE20735EB}" dt="2025-07-21T00:59:02.447" v="5588" actId="20577"/>
        <pc:sldMkLst>
          <pc:docMk/>
          <pc:sldMk cId="3292440213" sldId="2147480263"/>
        </pc:sldMkLst>
        <pc:spChg chg="mod">
          <ac:chgData name="기복 이" userId="b0430539663acfc1" providerId="LiveId" clId="{4B1CE6EB-5A36-4613-A5EF-AB0EE20735EB}" dt="2025-07-21T00:59:02.447" v="5588" actId="20577"/>
          <ac:spMkLst>
            <pc:docMk/>
            <pc:sldMk cId="3292440213" sldId="2147480263"/>
            <ac:spMk id="11" creationId="{6E53D136-0698-C8C7-A164-9BDA146EEAA3}"/>
          </ac:spMkLst>
        </pc:spChg>
        <pc:picChg chg="add del mod">
          <ac:chgData name="기복 이" userId="b0430539663acfc1" providerId="LiveId" clId="{4B1CE6EB-5A36-4613-A5EF-AB0EE20735EB}" dt="2025-07-20T22:55:21.448" v="1861" actId="22"/>
          <ac:picMkLst>
            <pc:docMk/>
            <pc:sldMk cId="3292440213" sldId="2147480263"/>
            <ac:picMk id="3" creationId="{CEB759D9-4925-27DC-D13D-BA58BB4D9633}"/>
          </ac:picMkLst>
        </pc:picChg>
        <pc:picChg chg="del">
          <ac:chgData name="기복 이" userId="b0430539663acfc1" providerId="LiveId" clId="{4B1CE6EB-5A36-4613-A5EF-AB0EE20735EB}" dt="2025-07-20T22:54:46.760" v="1855" actId="478"/>
          <ac:picMkLst>
            <pc:docMk/>
            <pc:sldMk cId="3292440213" sldId="2147480263"/>
            <ac:picMk id="5" creationId="{66D80102-C70E-951B-782D-88229D79004D}"/>
          </ac:picMkLst>
        </pc:picChg>
        <pc:picChg chg="add mod">
          <ac:chgData name="기복 이" userId="b0430539663acfc1" providerId="LiveId" clId="{4B1CE6EB-5A36-4613-A5EF-AB0EE20735EB}" dt="2025-07-20T22:55:46.230" v="1864" actId="1076"/>
          <ac:picMkLst>
            <pc:docMk/>
            <pc:sldMk cId="3292440213" sldId="2147480263"/>
            <ac:picMk id="6" creationId="{5BBCE00B-7A7F-3FC9-1BA5-8A268B949653}"/>
          </ac:picMkLst>
        </pc:picChg>
      </pc:sldChg>
      <pc:sldChg chg="addSp delSp modSp add mod">
        <pc:chgData name="기복 이" userId="b0430539663acfc1" providerId="LiveId" clId="{4B1CE6EB-5A36-4613-A5EF-AB0EE20735EB}" dt="2025-07-21T00:59:06.855" v="5589" actId="20577"/>
        <pc:sldMkLst>
          <pc:docMk/>
          <pc:sldMk cId="2338865131" sldId="2147480264"/>
        </pc:sldMkLst>
        <pc:spChg chg="mod">
          <ac:chgData name="기복 이" userId="b0430539663acfc1" providerId="LiveId" clId="{4B1CE6EB-5A36-4613-A5EF-AB0EE20735EB}" dt="2025-07-21T00:59:06.855" v="5589" actId="20577"/>
          <ac:spMkLst>
            <pc:docMk/>
            <pc:sldMk cId="2338865131" sldId="2147480264"/>
            <ac:spMk id="11" creationId="{00BA2FDB-5999-AD3F-1155-4E5F6C190978}"/>
          </ac:spMkLst>
        </pc:spChg>
        <pc:picChg chg="add del">
          <ac:chgData name="기복 이" userId="b0430539663acfc1" providerId="LiveId" clId="{4B1CE6EB-5A36-4613-A5EF-AB0EE20735EB}" dt="2025-07-21T00:43:37.199" v="4940" actId="478"/>
          <ac:picMkLst>
            <pc:docMk/>
            <pc:sldMk cId="2338865131" sldId="2147480264"/>
            <ac:picMk id="3" creationId="{AD8EBB55-FBCE-9CAE-4F0D-B8DD04F41C78}"/>
          </ac:picMkLst>
        </pc:picChg>
        <pc:picChg chg="add mod">
          <ac:chgData name="기복 이" userId="b0430539663acfc1" providerId="LiveId" clId="{4B1CE6EB-5A36-4613-A5EF-AB0EE20735EB}" dt="2025-07-21T00:43:45.751" v="4958" actId="1038"/>
          <ac:picMkLst>
            <pc:docMk/>
            <pc:sldMk cId="2338865131" sldId="2147480264"/>
            <ac:picMk id="4" creationId="{3C4BA200-8926-D900-16FD-35BA0F17A1C2}"/>
          </ac:picMkLst>
        </pc:picChg>
        <pc:picChg chg="del">
          <ac:chgData name="기복 이" userId="b0430539663acfc1" providerId="LiveId" clId="{4B1CE6EB-5A36-4613-A5EF-AB0EE20735EB}" dt="2025-07-20T22:56:29.743" v="1910" actId="478"/>
          <ac:picMkLst>
            <pc:docMk/>
            <pc:sldMk cId="2338865131" sldId="2147480264"/>
            <ac:picMk id="6" creationId="{5DE2BE5E-CC75-B5C2-7F62-B93D0C3F9746}"/>
          </ac:picMkLst>
        </pc:picChg>
      </pc:sldChg>
      <pc:sldChg chg="addSp delSp modSp add mod">
        <pc:chgData name="기복 이" userId="b0430539663acfc1" providerId="LiveId" clId="{4B1CE6EB-5A36-4613-A5EF-AB0EE20735EB}" dt="2025-07-21T00:59:39.151" v="5592" actId="20577"/>
        <pc:sldMkLst>
          <pc:docMk/>
          <pc:sldMk cId="3632508425" sldId="2147480265"/>
        </pc:sldMkLst>
        <pc:spChg chg="add mod">
          <ac:chgData name="기복 이" userId="b0430539663acfc1" providerId="LiveId" clId="{4B1CE6EB-5A36-4613-A5EF-AB0EE20735EB}" dt="2025-07-21T00:42:33.038" v="4924"/>
          <ac:spMkLst>
            <pc:docMk/>
            <pc:sldMk cId="3632508425" sldId="2147480265"/>
            <ac:spMk id="6" creationId="{5CEF151F-F3C5-21B5-CB23-350A5A8931CF}"/>
          </ac:spMkLst>
        </pc:spChg>
        <pc:spChg chg="mod">
          <ac:chgData name="기복 이" userId="b0430539663acfc1" providerId="LiveId" clId="{4B1CE6EB-5A36-4613-A5EF-AB0EE20735EB}" dt="2025-07-21T00:59:39.151" v="5592" actId="20577"/>
          <ac:spMkLst>
            <pc:docMk/>
            <pc:sldMk cId="3632508425" sldId="2147480265"/>
            <ac:spMk id="11" creationId="{DD9C66F4-FA44-A180-9BB6-661000D168CD}"/>
          </ac:spMkLst>
        </pc:spChg>
        <pc:picChg chg="del">
          <ac:chgData name="기복 이" userId="b0430539663acfc1" providerId="LiveId" clId="{4B1CE6EB-5A36-4613-A5EF-AB0EE20735EB}" dt="2025-07-20T23:02:21.039" v="1937" actId="478"/>
          <ac:picMkLst>
            <pc:docMk/>
            <pc:sldMk cId="3632508425" sldId="2147480265"/>
            <ac:picMk id="3" creationId="{F1DB11C6-6452-FA4F-91E2-A87EB53DB2E7}"/>
          </ac:picMkLst>
        </pc:picChg>
        <pc:picChg chg="del">
          <ac:chgData name="기복 이" userId="b0430539663acfc1" providerId="LiveId" clId="{4B1CE6EB-5A36-4613-A5EF-AB0EE20735EB}" dt="2025-07-20T23:02:19.151" v="1936" actId="478"/>
          <ac:picMkLst>
            <pc:docMk/>
            <pc:sldMk cId="3632508425" sldId="2147480265"/>
            <ac:picMk id="4" creationId="{C20F9E1C-4DFB-BBB0-9AF2-94B7BCE8C518}"/>
          </ac:picMkLst>
        </pc:picChg>
        <pc:picChg chg="add mod">
          <ac:chgData name="기복 이" userId="b0430539663acfc1" providerId="LiveId" clId="{4B1CE6EB-5A36-4613-A5EF-AB0EE20735EB}" dt="2025-07-20T23:02:29.405" v="1940" actId="1076"/>
          <ac:picMkLst>
            <pc:docMk/>
            <pc:sldMk cId="3632508425" sldId="2147480265"/>
            <ac:picMk id="5" creationId="{FC56D10A-16DE-E126-C1A9-CC0E3B2A0AEC}"/>
          </ac:picMkLst>
        </pc:picChg>
      </pc:sldChg>
      <pc:sldChg chg="modSp add mod ord">
        <pc:chgData name="기복 이" userId="b0430539663acfc1" providerId="LiveId" clId="{4B1CE6EB-5A36-4613-A5EF-AB0EE20735EB}" dt="2025-07-21T00:46:26.986" v="5075" actId="14100"/>
        <pc:sldMkLst>
          <pc:docMk/>
          <pc:sldMk cId="617781680" sldId="2147480266"/>
        </pc:sldMkLst>
        <pc:spChg chg="mod">
          <ac:chgData name="기복 이" userId="b0430539663acfc1" providerId="LiveId" clId="{4B1CE6EB-5A36-4613-A5EF-AB0EE20735EB}" dt="2025-07-21T00:46:26.986" v="5075" actId="14100"/>
          <ac:spMkLst>
            <pc:docMk/>
            <pc:sldMk cId="617781680" sldId="2147480266"/>
            <ac:spMk id="6" creationId="{86707007-5EAC-0F30-079C-59471A9342AD}"/>
          </ac:spMkLst>
        </pc:spChg>
      </pc:sldChg>
      <pc:sldMasterChg chg="delSldLayout">
        <pc:chgData name="기복 이" userId="b0430539663acfc1" providerId="LiveId" clId="{4B1CE6EB-5A36-4613-A5EF-AB0EE20735EB}" dt="2025-07-20T22:42:53.268" v="1680" actId="47"/>
        <pc:sldMasterMkLst>
          <pc:docMk/>
          <pc:sldMasterMk cId="1828219476" sldId="2147483648"/>
        </pc:sldMasterMkLst>
        <pc:sldLayoutChg chg="del">
          <pc:chgData name="기복 이" userId="b0430539663acfc1" providerId="LiveId" clId="{4B1CE6EB-5A36-4613-A5EF-AB0EE20735EB}" dt="2025-07-20T22:42:53.268" v="1680" actId="47"/>
          <pc:sldLayoutMkLst>
            <pc:docMk/>
            <pc:sldMasterMk cId="1828219476" sldId="2147483648"/>
            <pc:sldLayoutMk cId="3949905360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8A3D0-E254-E09B-EADA-E31E7B1E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C45CD5-8C56-6C98-D071-232A47784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34D2A-FC68-71B2-275E-6458805F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2F1DE-6603-CE7D-B629-68364B89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A3F9C7-CBC5-AB87-ED4A-A222FF03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18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DC592-2FC9-EDF9-3F2B-97CBB4AF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71075-E2CD-7C23-E54F-B3247918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BD0950-BC3B-DBB9-76F9-D6ACF0C9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8D406-7A2B-2743-4007-FDEB4345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E0D31-70AB-BE41-B587-F2EA2EFF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30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D5EB8-6D93-5177-B900-FA5E0FF1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2738E-CF80-F07F-79CB-DE4566830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AAC07-03AC-5A9D-ECD4-2AF19BDF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36865-BFE8-99F8-EED4-00176662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2801A-3898-1EB8-44B4-C2B976DE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86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3B898-DCE4-28B7-25BA-FB9F6A8D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C8641D-26A8-D178-7B97-D56641152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551C47-E86B-D791-145E-F2A116C27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1356D-FA22-B69B-2AB7-4AA55113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D2A72-77AA-5D5E-299F-A213540D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4ADEAA-4615-DC08-2F84-1FD5A6EE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17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6DE89-0620-409F-CBD7-2F869977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C352F-7CB7-15CB-C99F-142E6242A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299839-343E-DC49-6B18-2E4405278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E06155-6AB3-8628-21D6-F862EF790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8E8E12-3DC6-A561-3BA4-98146F09B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2D1574-7F5D-4075-4197-DFD2CF5E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826AB8-99DD-E3CC-B083-2E4155D1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19B502-0DF9-F37B-4520-F74CD6F3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07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45224-855D-6AAA-50A4-504B043E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ED8823-98E5-042C-695C-62F0C4D4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952D59-5E70-7F42-E7C4-9AB64EE2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52ECE-CADD-23D4-CBC8-60B15335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4D9045-3ADA-8BF4-664A-2705A99D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8C172C-C2FC-DC11-F093-8F053876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D85AA3-DE7C-7E32-5221-760E9164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41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C4F30-C535-2F06-897D-2F7F37D0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D9CAA-6D00-4CA5-B586-8406CD71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CE49B5-D0A9-1949-743D-00D9F913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60ED19-B89F-5610-6B7D-E7E63FF2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23E45A-AB2A-977F-A0C9-1AD413E2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1EDB0C-9FE1-6D4F-F248-37992D6C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59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6F4B4-161E-96E6-BD87-6EA138B5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F61004-B313-F24B-2A0E-78F29ECE2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84521-4487-DA61-DDDB-633E6BD2D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F5FAD5-9475-7D27-4067-C5B5D9FE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F58C16-F65F-FC3C-EAB8-2E007937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D7D414-3B9B-1EFB-49C8-0B74D698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04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15A6E-D20E-5B2B-76C7-F0E9E092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C1E172-2D50-8EC6-27BD-A7369DB3A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3EB5E-DB20-ED12-8653-D7A9150D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5F4167-BBC2-43EF-A51A-23B6F755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A55C9-ECA9-6442-2D03-9793CE0E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05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56AAEC-9B24-E0E0-10EC-0A002AB2F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9F05DA-9DE5-AF4C-32AB-FDA692EA5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90603B-F527-70DA-6D5B-5A605AEE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45F27-600D-80D7-5F20-F5DD6D4F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F8CAF-60B4-E895-806D-5749A10B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6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6C0BCE-1670-5977-91AB-9FFF204B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17088F-C377-91D7-02AC-9F013C7EA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B1852A-8ED1-9A69-9AA6-AC33058BA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37406-F5F7-4ACE-9F37-FD03800C2642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B9A4C-830E-3F8C-FF76-A8C4E19C0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36D059-0603-ED35-A349-746534C04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55EA9-2598-4D59-AC6A-16CB055E4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2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sv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6.sv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image" Target="../media/image5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.sv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67.sv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67E8AC1C-E57C-A97B-D2D2-F08455290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9937"/>
            <a:ext cx="12201278" cy="5890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8856A6-AD4E-DCBA-4FE0-C3D960D5CE92}"/>
              </a:ext>
            </a:extLst>
          </p:cNvPr>
          <p:cNvSpPr txBox="1"/>
          <p:nvPr/>
        </p:nvSpPr>
        <p:spPr>
          <a:xfrm>
            <a:off x="435457" y="618599"/>
            <a:ext cx="374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CONB</a:t>
            </a:r>
            <a:endParaRPr lang="ko-KR" altLang="en-US" sz="40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C98DB-6950-31A1-F037-64678ED2795D}"/>
              </a:ext>
            </a:extLst>
          </p:cNvPr>
          <p:cNvSpPr txBox="1"/>
          <p:nvPr/>
        </p:nvSpPr>
        <p:spPr>
          <a:xfrm>
            <a:off x="435457" y="1227939"/>
            <a:ext cx="8192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Azure </a:t>
            </a:r>
            <a:r>
              <a:rPr lang="ko-KR" altLang="en-US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도입 </a:t>
            </a:r>
            <a:r>
              <a:rPr lang="ko-KR" altLang="en-US" sz="4000" dirty="0" err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기존인프라</a:t>
            </a:r>
            <a:r>
              <a:rPr lang="ko-KR" altLang="en-US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평가 방안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B2D5C-0C5A-1454-57C5-05DC1B6BEDB3}"/>
              </a:ext>
            </a:extLst>
          </p:cNvPr>
          <p:cNvSpPr txBox="1"/>
          <p:nvPr/>
        </p:nvSpPr>
        <p:spPr>
          <a:xfrm>
            <a:off x="435457" y="2243772"/>
            <a:ext cx="819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이케이그룹</a:t>
            </a:r>
            <a:endParaRPr lang="ko-KR" altLang="en-US" sz="28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A2D9E4AD-CA5D-8E70-7C70-8C699D5EF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163763"/>
            <a:ext cx="5749038" cy="270319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6CF3A040-5C5D-464E-6AA1-7A53C56BB6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06975" y="6195723"/>
            <a:ext cx="1438182" cy="2720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6319B0-18AD-4B1D-3B08-19E35C2D75DD}"/>
              </a:ext>
            </a:extLst>
          </p:cNvPr>
          <p:cNvSpPr txBox="1"/>
          <p:nvPr/>
        </p:nvSpPr>
        <p:spPr>
          <a:xfrm>
            <a:off x="1820597" y="6204293"/>
            <a:ext cx="3195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02-562-0694   </a:t>
            </a:r>
            <a:r>
              <a:rPr lang="en-US" altLang="ko-KR" sz="1600">
                <a:solidFill>
                  <a:srgbClr val="C6C6C6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l</a:t>
            </a:r>
            <a:r>
              <a:rPr lang="en-US" altLang="ko-KR" sz="160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   www.conb.co.kr</a:t>
            </a:r>
            <a:endParaRPr lang="ko-KR" altLang="en-US" sz="1600">
              <a:solidFill>
                <a:srgbClr val="1C1C1B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pic>
        <p:nvPicPr>
          <p:cNvPr id="15" name="그래픽 17">
            <a:extLst>
              <a:ext uri="{FF2B5EF4-FFF2-40B4-BE49-F238E27FC236}">
                <a16:creationId xmlns:a16="http://schemas.microsoft.com/office/drawing/2014/main" id="{DB3D2B88-F998-9D58-C78B-B1158BC614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757" y="6226525"/>
            <a:ext cx="1140389" cy="2752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15C98F-EB18-1089-FC10-C9D8F36FCE9F}"/>
              </a:ext>
            </a:extLst>
          </p:cNvPr>
          <p:cNvSpPr txBox="1"/>
          <p:nvPr/>
        </p:nvSpPr>
        <p:spPr>
          <a:xfrm>
            <a:off x="598236" y="6204504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CONTACT</a:t>
            </a:r>
            <a:endParaRPr lang="ko-KR" altLang="en-US" sz="1600">
              <a:solidFill>
                <a:schemeClr val="bg1"/>
              </a:solidFill>
              <a:latin typeface="Proxima Nova Bold" panose="02000506030000020004" pitchFamily="2" charset="0"/>
              <a:ea typeface="SUIT" panose="02000703000000020004" pitchFamily="50" charset="-127"/>
              <a:cs typeface="SUIT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435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107E-0E28-E22D-61BB-8C3363BF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그래픽 120">
            <a:extLst>
              <a:ext uri="{FF2B5EF4-FFF2-40B4-BE49-F238E27FC236}">
                <a16:creationId xmlns:a16="http://schemas.microsoft.com/office/drawing/2014/main" id="{704F097D-9A84-CDE5-DB4E-85FDAD45E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11200" y="0"/>
            <a:ext cx="13003200" cy="6858000"/>
          </a:xfrm>
          <a:prstGeom prst="rect">
            <a:avLst/>
          </a:prstGeom>
        </p:spPr>
      </p:pic>
      <p:pic>
        <p:nvPicPr>
          <p:cNvPr id="88" name="그래픽 87">
            <a:extLst>
              <a:ext uri="{FF2B5EF4-FFF2-40B4-BE49-F238E27FC236}">
                <a16:creationId xmlns:a16="http://schemas.microsoft.com/office/drawing/2014/main" id="{ED1D7B0C-BDE3-A3FC-0578-E16645C6E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564" y="6038007"/>
            <a:ext cx="12197563" cy="82036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8394E59-A1CB-423A-324D-7C42C6B6FF0A}"/>
              </a:ext>
            </a:extLst>
          </p:cNvPr>
          <p:cNvSpPr txBox="1"/>
          <p:nvPr/>
        </p:nvSpPr>
        <p:spPr>
          <a:xfrm>
            <a:off x="435457" y="618599"/>
            <a:ext cx="374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i="0" u="none" strike="noStrike" kern="1200" cap="none" spc="0" normalizeH="0" baseline="0" noProof="0">
                <a:ln>
                  <a:noFill/>
                </a:ln>
                <a:solidFill>
                  <a:srgbClr val="1C1C1B"/>
                </a:solidFill>
                <a:effectLst/>
                <a:uLnTx/>
                <a:uFillTx/>
                <a:latin typeface="Proxima Nova Bold" panose="02000506030000020004" pitchFamily="2" charset="0"/>
                <a:ea typeface="SUIT" panose="02000903000000020004" pitchFamily="50" charset="-127"/>
                <a:cs typeface="SUIT" panose="02000903000000020004" pitchFamily="50" charset="-127"/>
              </a:rPr>
              <a:t>Contents</a:t>
            </a:r>
            <a:endParaRPr kumimoji="0" lang="ko-KR" altLang="en-US" sz="4000" i="0" u="none" strike="noStrike" kern="1200" cap="none" spc="0" normalizeH="0" baseline="0" noProof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oxima Nova Bold" panose="02000506030000020004" pitchFamily="2" charset="0"/>
              <a:ea typeface="SUIT" panose="02000903000000020004" pitchFamily="50" charset="-127"/>
              <a:cs typeface="SUIT" panose="020009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353EE5-0FC9-76F7-C12B-60DC6B34EA9D}"/>
              </a:ext>
            </a:extLst>
          </p:cNvPr>
          <p:cNvSpPr txBox="1"/>
          <p:nvPr/>
        </p:nvSpPr>
        <p:spPr>
          <a:xfrm>
            <a:off x="3198112" y="1026527"/>
            <a:ext cx="8308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  <a:endParaRPr kumimoji="0" lang="ko-KR" altLang="en-US" sz="2500" i="0" u="none" strike="noStrike" kern="1200" cap="none" spc="0" normalizeH="0" baseline="0" noProof="0">
              <a:ln>
                <a:noFill/>
              </a:ln>
              <a:solidFill>
                <a:srgbClr val="BBBBB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858D6-11F7-9489-E0BC-CBEA31E0B90F}"/>
              </a:ext>
            </a:extLst>
          </p:cNvPr>
          <p:cNvSpPr txBox="1"/>
          <p:nvPr/>
        </p:nvSpPr>
        <p:spPr>
          <a:xfrm>
            <a:off x="4082007" y="1557442"/>
            <a:ext cx="3597718" cy="262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프로젝트 추진 배경 및 목적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고객사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IT 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환경 현황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Azure Migrate 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아키텍처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프로젝트 일정표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(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예시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Azure Migrate 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평가 개요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주요 자동화 평가 도구</a:t>
            </a:r>
            <a:endParaRPr lang="en-US" altLang="ko-KR" sz="1400" dirty="0">
              <a:solidFill>
                <a:srgbClr val="1C1C1B"/>
              </a:solidFill>
              <a:latin typeface="SUIT ExtraBold" pitchFamily="2" charset="-127"/>
              <a:ea typeface="SUIT ExtraBold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평가 상세 절차</a:t>
            </a:r>
            <a:endParaRPr lang="en-US" altLang="ko-KR" sz="1400" dirty="0">
              <a:solidFill>
                <a:srgbClr val="1C1C1B"/>
              </a:solidFill>
              <a:latin typeface="SUIT ExtraBold" pitchFamily="2" charset="-127"/>
              <a:ea typeface="SUIT ExtraBold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ko-KR" altLang="en-US" sz="14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기대효과 </a:t>
            </a:r>
            <a:r>
              <a:rPr lang="en-US" altLang="ko-KR" sz="14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/ </a:t>
            </a:r>
            <a:r>
              <a:rPr lang="ko-KR" altLang="en-US" sz="14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리스크 및 차별성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0AD522-6F0B-5DBD-427A-991CB547EEAC}"/>
              </a:ext>
            </a:extLst>
          </p:cNvPr>
          <p:cNvSpPr txBox="1"/>
          <p:nvPr/>
        </p:nvSpPr>
        <p:spPr>
          <a:xfrm>
            <a:off x="3722538" y="1557442"/>
            <a:ext cx="487944" cy="26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04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05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06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07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29819B-99A7-795B-8C63-8E590A13B8C4}"/>
              </a:ext>
            </a:extLst>
          </p:cNvPr>
          <p:cNvSpPr txBox="1"/>
          <p:nvPr/>
        </p:nvSpPr>
        <p:spPr>
          <a:xfrm>
            <a:off x="7021806" y="1026527"/>
            <a:ext cx="8308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  <a:endParaRPr kumimoji="0" lang="ko-KR" altLang="en-US" sz="2500" i="0" u="none" strike="noStrike" kern="1200" cap="none" spc="0" normalizeH="0" baseline="0" noProof="0">
              <a:ln>
                <a:noFill/>
              </a:ln>
              <a:solidFill>
                <a:srgbClr val="BBBBB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5363C0-2076-FBA0-7CFB-83F5BC53B3A5}"/>
              </a:ext>
            </a:extLst>
          </p:cNvPr>
          <p:cNvSpPr txBox="1"/>
          <p:nvPr/>
        </p:nvSpPr>
        <p:spPr>
          <a:xfrm>
            <a:off x="7546232" y="1089732"/>
            <a:ext cx="326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부록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BEC3CA-9899-6F48-140C-33904CFD5BF4}"/>
              </a:ext>
            </a:extLst>
          </p:cNvPr>
          <p:cNvSpPr txBox="1"/>
          <p:nvPr/>
        </p:nvSpPr>
        <p:spPr>
          <a:xfrm>
            <a:off x="7905700" y="1557442"/>
            <a:ext cx="4403531" cy="262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Azure </a:t>
            </a:r>
            <a:r>
              <a:rPr lang="ko-KR" altLang="en-US" sz="1400" dirty="0" err="1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어플라이언스</a:t>
            </a: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추가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</a:t>
            </a:r>
            <a:r>
              <a:rPr lang="ko-KR" altLang="en-US" sz="1400" dirty="0" err="1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어플라이언스에</a:t>
            </a: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서버 정보 등록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Azure Migrate</a:t>
            </a: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검색된 서버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</a:t>
            </a:r>
            <a:r>
              <a:rPr lang="ko-KR" altLang="en-US" sz="14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보기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en-US" altLang="ko-KR" sz="14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Azure </a:t>
            </a:r>
            <a:r>
              <a:rPr lang="ko-KR" altLang="en-US" sz="1400" dirty="0" err="1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예약인스턴스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(RI)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전체 마이그레이션 절차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예시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)</a:t>
            </a:r>
            <a:endParaRPr lang="en-US" altLang="ko-KR" sz="1400" dirty="0">
              <a:solidFill>
                <a:srgbClr val="1C1C1B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수동 절차 기반 마이그레이션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(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예시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)</a:t>
            </a:r>
          </a:p>
          <a:p>
            <a:pPr lvl="0">
              <a:lnSpc>
                <a:spcPts val="2500"/>
              </a:lnSpc>
              <a:defRPr/>
            </a:pP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마이그레이션 체크리스트 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예시</a:t>
            </a:r>
            <a:r>
              <a:rPr lang="en-US" altLang="ko-KR" sz="14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C1C1B"/>
              </a:solidFill>
              <a:effectLst/>
              <a:uLnTx/>
              <a:uFillTx/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CAE3E5-885A-C57E-4A2D-AC413A437D22}"/>
              </a:ext>
            </a:extLst>
          </p:cNvPr>
          <p:cNvSpPr txBox="1"/>
          <p:nvPr/>
        </p:nvSpPr>
        <p:spPr>
          <a:xfrm>
            <a:off x="7546232" y="1557442"/>
            <a:ext cx="487944" cy="26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04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05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06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srgbClr val="D2143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07</a:t>
            </a:r>
          </a:p>
          <a:p>
            <a:pPr marL="0" marR="0" lvl="0" indent="0" defTabSz="914400" rtl="0" eaLnBrk="1" fontAlgn="auto" latinLnBrk="1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D21430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6F6FA-0BAD-C3B0-F236-985CD3AFAEF5}"/>
              </a:ext>
            </a:extLst>
          </p:cNvPr>
          <p:cNvSpPr txBox="1"/>
          <p:nvPr/>
        </p:nvSpPr>
        <p:spPr>
          <a:xfrm>
            <a:off x="3626746" y="1089732"/>
            <a:ext cx="326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1C1C1B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Azure Migrate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1C1C1B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166411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F0E10-FCB6-4FCF-2198-6A65104B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986C91-1313-96D9-5CDB-5D370FB4C055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57DD8C-B653-9149-ED29-C368C086EE0E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E6E832BB-26E4-6E0F-3F5A-3CDD538EA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2CCE4F-7064-C53A-DE20-E9C4AB37A127}"/>
              </a:ext>
            </a:extLst>
          </p:cNvPr>
          <p:cNvSpPr txBox="1"/>
          <p:nvPr/>
        </p:nvSpPr>
        <p:spPr>
          <a:xfrm>
            <a:off x="122816" y="174903"/>
            <a:ext cx="8115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01</a:t>
            </a: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프로젝트 추진 배경 및 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F55B2F-F42E-CD6E-F44F-D213012CB721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sp>
        <p:nvSpPr>
          <p:cNvPr id="216" name="object 2">
            <a:extLst>
              <a:ext uri="{FF2B5EF4-FFF2-40B4-BE49-F238E27FC236}">
                <a16:creationId xmlns:a16="http://schemas.microsoft.com/office/drawing/2014/main" id="{EA4747CE-E938-F173-E2F4-3FCF9B54BFE6}"/>
              </a:ext>
            </a:extLst>
          </p:cNvPr>
          <p:cNvSpPr/>
          <p:nvPr/>
        </p:nvSpPr>
        <p:spPr>
          <a:xfrm>
            <a:off x="507999" y="1162220"/>
            <a:ext cx="11176000" cy="1625600"/>
          </a:xfrm>
          <a:custGeom>
            <a:avLst/>
            <a:gdLst/>
            <a:ahLst/>
            <a:cxnLst/>
            <a:rect l="l" t="t" r="r" b="b"/>
            <a:pathLst>
              <a:path w="16764000" h="2438400">
                <a:moveTo>
                  <a:pt x="16692802" y="2438399"/>
                </a:moveTo>
                <a:lnTo>
                  <a:pt x="71196" y="2438399"/>
                </a:lnTo>
                <a:lnTo>
                  <a:pt x="66241" y="2437911"/>
                </a:lnTo>
                <a:lnTo>
                  <a:pt x="29705" y="2422777"/>
                </a:lnTo>
                <a:lnTo>
                  <a:pt x="3885" y="2386737"/>
                </a:lnTo>
                <a:lnTo>
                  <a:pt x="0" y="2367203"/>
                </a:lnTo>
                <a:lnTo>
                  <a:pt x="0" y="23621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6692802" y="0"/>
                </a:lnTo>
                <a:lnTo>
                  <a:pt x="16734292" y="15621"/>
                </a:lnTo>
                <a:lnTo>
                  <a:pt x="16760110" y="51661"/>
                </a:lnTo>
                <a:lnTo>
                  <a:pt x="16763997" y="71196"/>
                </a:lnTo>
                <a:lnTo>
                  <a:pt x="16763997" y="2367203"/>
                </a:lnTo>
                <a:lnTo>
                  <a:pt x="16748374" y="2408693"/>
                </a:lnTo>
                <a:lnTo>
                  <a:pt x="16712334" y="2434513"/>
                </a:lnTo>
                <a:lnTo>
                  <a:pt x="16697757" y="2437911"/>
                </a:lnTo>
                <a:lnTo>
                  <a:pt x="16692802" y="24383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17" name="object 8">
            <a:extLst>
              <a:ext uri="{FF2B5EF4-FFF2-40B4-BE49-F238E27FC236}">
                <a16:creationId xmlns:a16="http://schemas.microsoft.com/office/drawing/2014/main" id="{24530625-51E3-A311-902E-0494420A033B}"/>
              </a:ext>
            </a:extLst>
          </p:cNvPr>
          <p:cNvSpPr txBox="1"/>
          <p:nvPr/>
        </p:nvSpPr>
        <p:spPr>
          <a:xfrm>
            <a:off x="694107" y="1229078"/>
            <a:ext cx="3567341" cy="318891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lang="ko-KR" altLang="en-US" sz="2000" dirty="0">
                <a:latin typeface="SUIT ExtraBold" pitchFamily="2" charset="-127"/>
                <a:ea typeface="SUIT ExtraBold" pitchFamily="2" charset="-127"/>
                <a:cs typeface="Malgun Gothic"/>
              </a:rPr>
              <a:t>고객사 </a:t>
            </a:r>
            <a:r>
              <a:rPr lang="en-US" altLang="ko-KR" sz="2000" dirty="0">
                <a:latin typeface="SUIT ExtraBold" pitchFamily="2" charset="-127"/>
                <a:ea typeface="SUIT ExtraBold" pitchFamily="2" charset="-127"/>
                <a:cs typeface="Malgun Gothic"/>
              </a:rPr>
              <a:t>IT </a:t>
            </a:r>
            <a:r>
              <a:rPr lang="ko-KR" altLang="en-US" sz="2000" dirty="0">
                <a:latin typeface="SUIT ExtraBold" pitchFamily="2" charset="-127"/>
                <a:ea typeface="SUIT ExtraBold" pitchFamily="2" charset="-127"/>
                <a:cs typeface="Malgun Gothic"/>
              </a:rPr>
              <a:t>환경 현황 및 도전 과제</a:t>
            </a:r>
            <a:endParaRPr sz="20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218" name="object 9">
            <a:extLst>
              <a:ext uri="{FF2B5EF4-FFF2-40B4-BE49-F238E27FC236}">
                <a16:creationId xmlns:a16="http://schemas.microsoft.com/office/drawing/2014/main" id="{5C148A49-A6F9-FA95-9854-63E2D0B4BBF8}"/>
              </a:ext>
            </a:extLst>
          </p:cNvPr>
          <p:cNvGrpSpPr/>
          <p:nvPr/>
        </p:nvGrpSpPr>
        <p:grpSpPr>
          <a:xfrm>
            <a:off x="711199" y="1670220"/>
            <a:ext cx="304800" cy="304800"/>
            <a:chOff x="1066799" y="2362200"/>
            <a:chExt cx="457200" cy="457200"/>
          </a:xfrm>
        </p:grpSpPr>
        <p:sp>
          <p:nvSpPr>
            <p:cNvPr id="219" name="object 10">
              <a:extLst>
                <a:ext uri="{FF2B5EF4-FFF2-40B4-BE49-F238E27FC236}">
                  <a16:creationId xmlns:a16="http://schemas.microsoft.com/office/drawing/2014/main" id="{F05CF083-DCB6-A052-C2CF-059F90BA7F1D}"/>
                </a:ext>
              </a:extLst>
            </p:cNvPr>
            <p:cNvSpPr/>
            <p:nvPr/>
          </p:nvSpPr>
          <p:spPr>
            <a:xfrm>
              <a:off x="1066799" y="2362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7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2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7" y="0"/>
                  </a:lnTo>
                  <a:lnTo>
                    <a:pt x="280540" y="5852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200" y="221113"/>
                  </a:lnTo>
                  <a:lnTo>
                    <a:pt x="457200" y="228599"/>
                  </a:lnTo>
                  <a:lnTo>
                    <a:pt x="457200" y="236086"/>
                  </a:lnTo>
                  <a:lnTo>
                    <a:pt x="451346" y="280539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6" y="456832"/>
                  </a:lnTo>
                  <a:lnTo>
                    <a:pt x="236087" y="4571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6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20" name="object 11">
              <a:extLst>
                <a:ext uri="{FF2B5EF4-FFF2-40B4-BE49-F238E27FC236}">
                  <a16:creationId xmlns:a16="http://schemas.microsoft.com/office/drawing/2014/main" id="{23576DBD-DB98-DE4D-ECFA-626A1C9A970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0149" y="2507456"/>
              <a:ext cx="190499" cy="166687"/>
            </a:xfrm>
            <a:prstGeom prst="rect">
              <a:avLst/>
            </a:prstGeom>
          </p:spPr>
        </p:pic>
      </p:grpSp>
      <p:grpSp>
        <p:nvGrpSpPr>
          <p:cNvPr id="222" name="object 13">
            <a:extLst>
              <a:ext uri="{FF2B5EF4-FFF2-40B4-BE49-F238E27FC236}">
                <a16:creationId xmlns:a16="http://schemas.microsoft.com/office/drawing/2014/main" id="{55782185-99BC-8DAD-D36C-6451875E7CDF}"/>
              </a:ext>
            </a:extLst>
          </p:cNvPr>
          <p:cNvGrpSpPr/>
          <p:nvPr/>
        </p:nvGrpSpPr>
        <p:grpSpPr>
          <a:xfrm>
            <a:off x="6197600" y="1670220"/>
            <a:ext cx="304800" cy="304800"/>
            <a:chOff x="9296400" y="2362200"/>
            <a:chExt cx="457200" cy="457200"/>
          </a:xfrm>
        </p:grpSpPr>
        <p:sp>
          <p:nvSpPr>
            <p:cNvPr id="223" name="object 14">
              <a:extLst>
                <a:ext uri="{FF2B5EF4-FFF2-40B4-BE49-F238E27FC236}">
                  <a16:creationId xmlns:a16="http://schemas.microsoft.com/office/drawing/2014/main" id="{55C8CFED-25AA-1A8B-01FA-27F0DC269EBE}"/>
                </a:ext>
              </a:extLst>
            </p:cNvPr>
            <p:cNvSpPr/>
            <p:nvPr/>
          </p:nvSpPr>
          <p:spPr>
            <a:xfrm>
              <a:off x="9296400" y="2362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5"/>
                  </a:lnTo>
                  <a:lnTo>
                    <a:pt x="89363" y="410059"/>
                  </a:lnTo>
                  <a:lnTo>
                    <a:pt x="56638" y="379409"/>
                  </a:lnTo>
                  <a:lnTo>
                    <a:pt x="30521" y="342963"/>
                  </a:lnTo>
                  <a:lnTo>
                    <a:pt x="12016" y="302122"/>
                  </a:lnTo>
                  <a:lnTo>
                    <a:pt x="1833" y="258457"/>
                  </a:lnTo>
                  <a:lnTo>
                    <a:pt x="0" y="236086"/>
                  </a:lnTo>
                  <a:lnTo>
                    <a:pt x="0" y="221113"/>
                  </a:lnTo>
                  <a:lnTo>
                    <a:pt x="5851" y="176659"/>
                  </a:lnTo>
                  <a:lnTo>
                    <a:pt x="20265" y="134201"/>
                  </a:lnTo>
                  <a:lnTo>
                    <a:pt x="42684" y="95371"/>
                  </a:lnTo>
                  <a:lnTo>
                    <a:pt x="72248" y="61661"/>
                  </a:lnTo>
                  <a:lnTo>
                    <a:pt x="107820" y="34366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7" y="20266"/>
                  </a:lnTo>
                  <a:lnTo>
                    <a:pt x="361827" y="42685"/>
                  </a:lnTo>
                  <a:lnTo>
                    <a:pt x="395538" y="72249"/>
                  </a:lnTo>
                  <a:lnTo>
                    <a:pt x="422832" y="107821"/>
                  </a:lnTo>
                  <a:lnTo>
                    <a:pt x="442662" y="148035"/>
                  </a:lnTo>
                  <a:lnTo>
                    <a:pt x="454267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5" y="280539"/>
                  </a:lnTo>
                  <a:lnTo>
                    <a:pt x="436932" y="322997"/>
                  </a:lnTo>
                  <a:lnTo>
                    <a:pt x="414513" y="361827"/>
                  </a:lnTo>
                  <a:lnTo>
                    <a:pt x="384949" y="395538"/>
                  </a:lnTo>
                  <a:lnTo>
                    <a:pt x="349376" y="422833"/>
                  </a:lnTo>
                  <a:lnTo>
                    <a:pt x="309163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6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24" name="object 15">
              <a:extLst>
                <a:ext uri="{FF2B5EF4-FFF2-40B4-BE49-F238E27FC236}">
                  <a16:creationId xmlns:a16="http://schemas.microsoft.com/office/drawing/2014/main" id="{E76D51DD-1A20-7B6F-FB9B-2650D55F1C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9080" y="2507456"/>
              <a:ext cx="191839" cy="166687"/>
            </a:xfrm>
            <a:prstGeom prst="rect">
              <a:avLst/>
            </a:prstGeom>
          </p:spPr>
        </p:pic>
      </p:grpSp>
      <p:sp>
        <p:nvSpPr>
          <p:cNvPr id="225" name="object 16">
            <a:extLst>
              <a:ext uri="{FF2B5EF4-FFF2-40B4-BE49-F238E27FC236}">
                <a16:creationId xmlns:a16="http://schemas.microsoft.com/office/drawing/2014/main" id="{EF11D94B-0F3C-3EFC-40F0-83E4563EB9B8}"/>
              </a:ext>
            </a:extLst>
          </p:cNvPr>
          <p:cNvSpPr txBox="1"/>
          <p:nvPr/>
        </p:nvSpPr>
        <p:spPr>
          <a:xfrm>
            <a:off x="6595532" y="1593565"/>
            <a:ext cx="3779390" cy="478336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467">
              <a:spcBef>
                <a:spcPts val="390"/>
              </a:spcBef>
            </a:pPr>
            <a:r>
              <a:rPr lang="ko-KR" altLang="en-US" sz="1400" b="1" dirty="0">
                <a:latin typeface="SUIT" pitchFamily="2" charset="-127"/>
                <a:ea typeface="SUIT" pitchFamily="2" charset="-127"/>
                <a:cs typeface="Dotum"/>
              </a:rPr>
              <a:t>지원 종료 기술 스택</a:t>
            </a:r>
          </a:p>
          <a:p>
            <a:pPr marL="8467">
              <a:spcBef>
                <a:spcPts val="390"/>
              </a:spcBef>
            </a:pP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CentOS 6/7, MySQL 5.6/5.7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등  </a:t>
            </a:r>
            <a:r>
              <a:rPr lang="en-US" altLang="ko-KR" sz="1050" dirty="0" err="1">
                <a:latin typeface="SUIT" pitchFamily="2" charset="-127"/>
                <a:ea typeface="SUIT" pitchFamily="2" charset="-127"/>
                <a:cs typeface="Dotum"/>
              </a:rPr>
              <a:t>EoL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임박  또는 기술 부채  증가</a:t>
            </a:r>
            <a:endParaRPr sz="105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26" name="object 17">
            <a:extLst>
              <a:ext uri="{FF2B5EF4-FFF2-40B4-BE49-F238E27FC236}">
                <a16:creationId xmlns:a16="http://schemas.microsoft.com/office/drawing/2014/main" id="{68A5CE24-CABE-7E23-CEE7-825F569D4B0A}"/>
              </a:ext>
            </a:extLst>
          </p:cNvPr>
          <p:cNvGrpSpPr/>
          <p:nvPr/>
        </p:nvGrpSpPr>
        <p:grpSpPr>
          <a:xfrm>
            <a:off x="711199" y="2246272"/>
            <a:ext cx="304800" cy="304800"/>
            <a:chOff x="1066799" y="3200400"/>
            <a:chExt cx="457200" cy="457200"/>
          </a:xfrm>
        </p:grpSpPr>
        <p:sp>
          <p:nvSpPr>
            <p:cNvPr id="227" name="object 18">
              <a:extLst>
                <a:ext uri="{FF2B5EF4-FFF2-40B4-BE49-F238E27FC236}">
                  <a16:creationId xmlns:a16="http://schemas.microsoft.com/office/drawing/2014/main" id="{F94D30C9-DA25-9595-AA0A-FD4ABB4B8FEB}"/>
                </a:ext>
              </a:extLst>
            </p:cNvPr>
            <p:cNvSpPr/>
            <p:nvPr/>
          </p:nvSpPr>
          <p:spPr>
            <a:xfrm>
              <a:off x="1066799" y="3200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7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7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200" y="221112"/>
                  </a:lnTo>
                  <a:lnTo>
                    <a:pt x="457200" y="228599"/>
                  </a:lnTo>
                  <a:lnTo>
                    <a:pt x="457200" y="236086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6" y="456832"/>
                  </a:lnTo>
                  <a:lnTo>
                    <a:pt x="236087" y="4571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6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28" name="object 19">
              <a:extLst>
                <a:ext uri="{FF2B5EF4-FFF2-40B4-BE49-F238E27FC236}">
                  <a16:creationId xmlns:a16="http://schemas.microsoft.com/office/drawing/2014/main" id="{352AF522-505C-8D4C-7200-13A4848DE0D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099" y="3345656"/>
              <a:ext cx="238124" cy="166687"/>
            </a:xfrm>
            <a:prstGeom prst="rect">
              <a:avLst/>
            </a:prstGeom>
          </p:spPr>
        </p:pic>
      </p:grpSp>
      <p:grpSp>
        <p:nvGrpSpPr>
          <p:cNvPr id="230" name="object 21">
            <a:extLst>
              <a:ext uri="{FF2B5EF4-FFF2-40B4-BE49-F238E27FC236}">
                <a16:creationId xmlns:a16="http://schemas.microsoft.com/office/drawing/2014/main" id="{1B5A176F-14AD-1C86-52E0-FB78F0290A1A}"/>
              </a:ext>
            </a:extLst>
          </p:cNvPr>
          <p:cNvGrpSpPr/>
          <p:nvPr/>
        </p:nvGrpSpPr>
        <p:grpSpPr>
          <a:xfrm>
            <a:off x="6197600" y="2246272"/>
            <a:ext cx="304800" cy="304800"/>
            <a:chOff x="9296400" y="3200400"/>
            <a:chExt cx="457200" cy="457200"/>
          </a:xfrm>
        </p:grpSpPr>
        <p:sp>
          <p:nvSpPr>
            <p:cNvPr id="231" name="object 22">
              <a:extLst>
                <a:ext uri="{FF2B5EF4-FFF2-40B4-BE49-F238E27FC236}">
                  <a16:creationId xmlns:a16="http://schemas.microsoft.com/office/drawing/2014/main" id="{BC605169-4722-9A32-A00B-4F96E3CCD1ED}"/>
                </a:ext>
              </a:extLst>
            </p:cNvPr>
            <p:cNvSpPr/>
            <p:nvPr/>
          </p:nvSpPr>
          <p:spPr>
            <a:xfrm>
              <a:off x="9296400" y="3200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5"/>
                  </a:lnTo>
                  <a:lnTo>
                    <a:pt x="89363" y="410059"/>
                  </a:lnTo>
                  <a:lnTo>
                    <a:pt x="56638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3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9"/>
                  </a:lnTo>
                  <a:lnTo>
                    <a:pt x="20265" y="134201"/>
                  </a:lnTo>
                  <a:lnTo>
                    <a:pt x="42684" y="95370"/>
                  </a:lnTo>
                  <a:lnTo>
                    <a:pt x="72248" y="61661"/>
                  </a:lnTo>
                  <a:lnTo>
                    <a:pt x="107820" y="34365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7" y="20265"/>
                  </a:lnTo>
                  <a:lnTo>
                    <a:pt x="361827" y="42685"/>
                  </a:lnTo>
                  <a:lnTo>
                    <a:pt x="395538" y="72249"/>
                  </a:lnTo>
                  <a:lnTo>
                    <a:pt x="422832" y="107821"/>
                  </a:lnTo>
                  <a:lnTo>
                    <a:pt x="442662" y="148035"/>
                  </a:lnTo>
                  <a:lnTo>
                    <a:pt x="454267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5" y="280540"/>
                  </a:lnTo>
                  <a:lnTo>
                    <a:pt x="436932" y="322997"/>
                  </a:lnTo>
                  <a:lnTo>
                    <a:pt x="414513" y="361827"/>
                  </a:lnTo>
                  <a:lnTo>
                    <a:pt x="384949" y="395538"/>
                  </a:lnTo>
                  <a:lnTo>
                    <a:pt x="349376" y="422832"/>
                  </a:lnTo>
                  <a:lnTo>
                    <a:pt x="309163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6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32" name="object 23">
              <a:extLst>
                <a:ext uri="{FF2B5EF4-FFF2-40B4-BE49-F238E27FC236}">
                  <a16:creationId xmlns:a16="http://schemas.microsoft.com/office/drawing/2014/main" id="{4B9BFFBA-5126-092B-19FA-0CF6BB40510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20224" y="3346186"/>
              <a:ext cx="214312" cy="165625"/>
            </a:xfrm>
            <a:prstGeom prst="rect">
              <a:avLst/>
            </a:prstGeom>
          </p:spPr>
        </p:pic>
      </p:grpSp>
      <p:sp>
        <p:nvSpPr>
          <p:cNvPr id="233" name="object 24">
            <a:extLst>
              <a:ext uri="{FF2B5EF4-FFF2-40B4-BE49-F238E27FC236}">
                <a16:creationId xmlns:a16="http://schemas.microsoft.com/office/drawing/2014/main" id="{2A39B093-7583-BBF9-AA17-B72B4C1C22BB}"/>
              </a:ext>
            </a:extLst>
          </p:cNvPr>
          <p:cNvSpPr txBox="1"/>
          <p:nvPr/>
        </p:nvSpPr>
        <p:spPr>
          <a:xfrm>
            <a:off x="6595532" y="2167996"/>
            <a:ext cx="3990405" cy="478336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467">
              <a:spcBef>
                <a:spcPts val="390"/>
              </a:spcBef>
            </a:pPr>
            <a:r>
              <a:rPr lang="ko-KR" altLang="en-US" sz="1400" b="1" dirty="0">
                <a:latin typeface="SUIT" pitchFamily="2" charset="-127"/>
                <a:ea typeface="SUIT" pitchFamily="2" charset="-127"/>
                <a:cs typeface="Dotum"/>
              </a:rPr>
              <a:t>증가하는 </a:t>
            </a:r>
            <a:r>
              <a:rPr lang="en-US" altLang="ko-KR" sz="1400" b="1" dirty="0">
                <a:latin typeface="SUIT" pitchFamily="2" charset="-127"/>
                <a:ea typeface="SUIT" pitchFamily="2" charset="-127"/>
                <a:cs typeface="Dotum"/>
              </a:rPr>
              <a:t>IT </a:t>
            </a:r>
            <a:r>
              <a:rPr lang="ko-KR" altLang="en-US" sz="1400" b="1" dirty="0">
                <a:latin typeface="SUIT" pitchFamily="2" charset="-127"/>
                <a:ea typeface="SUIT" pitchFamily="2" charset="-127"/>
                <a:cs typeface="Dotum"/>
              </a:rPr>
              <a:t>운영 비용</a:t>
            </a:r>
          </a:p>
          <a:p>
            <a:pPr marL="8467">
              <a:spcBef>
                <a:spcPts val="390"/>
              </a:spcBef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하드웨어 유지보수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전력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/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공간 비용 및 인적 리소스 부담 증가</a:t>
            </a:r>
            <a:endParaRPr sz="105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234" name="object 25">
            <a:extLst>
              <a:ext uri="{FF2B5EF4-FFF2-40B4-BE49-F238E27FC236}">
                <a16:creationId xmlns:a16="http://schemas.microsoft.com/office/drawing/2014/main" id="{54CAC690-7F27-7DDA-7140-8427B25DB504}"/>
              </a:ext>
            </a:extLst>
          </p:cNvPr>
          <p:cNvSpPr txBox="1"/>
          <p:nvPr/>
        </p:nvSpPr>
        <p:spPr>
          <a:xfrm>
            <a:off x="499533" y="3026241"/>
            <a:ext cx="4512414" cy="257336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600" b="1" spc="-63" dirty="0">
                <a:solidFill>
                  <a:srgbClr val="0078D4"/>
                </a:solidFill>
                <a:latin typeface="Noto Sans JP"/>
                <a:cs typeface="Noto Sans JP"/>
              </a:rPr>
              <a:t>Azure</a:t>
            </a:r>
            <a:r>
              <a:rPr sz="1600" b="1" spc="13" dirty="0">
                <a:solidFill>
                  <a:srgbClr val="0078D4"/>
                </a:solidFill>
                <a:latin typeface="Noto Sans JP"/>
                <a:cs typeface="Noto Sans JP"/>
              </a:rPr>
              <a:t> </a:t>
            </a:r>
            <a:r>
              <a:rPr sz="1600" b="1" spc="-240" dirty="0">
                <a:solidFill>
                  <a:srgbClr val="0078D4"/>
                </a:solidFill>
                <a:latin typeface="Malgun Gothic"/>
                <a:cs typeface="Malgun Gothic"/>
              </a:rPr>
              <a:t>마이그레이션</a:t>
            </a:r>
            <a:r>
              <a:rPr sz="1600" b="1" spc="-133" dirty="0">
                <a:solidFill>
                  <a:srgbClr val="0078D4"/>
                </a:solidFill>
                <a:latin typeface="Malgun Gothic"/>
                <a:cs typeface="Malgun Gothic"/>
              </a:rPr>
              <a:t> </a:t>
            </a:r>
            <a:r>
              <a:rPr sz="1600" b="1" spc="-240" dirty="0">
                <a:solidFill>
                  <a:srgbClr val="0078D4"/>
                </a:solidFill>
                <a:latin typeface="Malgun Gothic"/>
                <a:cs typeface="Malgun Gothic"/>
              </a:rPr>
              <a:t>평가</a:t>
            </a:r>
            <a:r>
              <a:rPr sz="1600" b="1" spc="-133" dirty="0">
                <a:solidFill>
                  <a:srgbClr val="0078D4"/>
                </a:solidFill>
                <a:latin typeface="Malgun Gothic"/>
                <a:cs typeface="Malgun Gothic"/>
              </a:rPr>
              <a:t> </a:t>
            </a:r>
            <a:r>
              <a:rPr sz="1600" b="1" spc="-240" dirty="0">
                <a:solidFill>
                  <a:srgbClr val="0078D4"/>
                </a:solidFill>
                <a:latin typeface="Malgun Gothic"/>
                <a:cs typeface="Malgun Gothic"/>
              </a:rPr>
              <a:t>프로젝트</a:t>
            </a:r>
            <a:r>
              <a:rPr sz="1600" b="1" spc="-133" dirty="0">
                <a:solidFill>
                  <a:srgbClr val="0078D4"/>
                </a:solidFill>
                <a:latin typeface="Malgun Gothic"/>
                <a:cs typeface="Malgun Gothic"/>
              </a:rPr>
              <a:t> </a:t>
            </a:r>
            <a:r>
              <a:rPr sz="1600" b="1" spc="-157" dirty="0">
                <a:solidFill>
                  <a:srgbClr val="0078D4"/>
                </a:solidFill>
                <a:latin typeface="Noto Sans JP"/>
                <a:cs typeface="Noto Sans JP"/>
              </a:rPr>
              <a:t>4</a:t>
            </a:r>
            <a:r>
              <a:rPr sz="1600" b="1" spc="-157" dirty="0">
                <a:solidFill>
                  <a:srgbClr val="0078D4"/>
                </a:solidFill>
                <a:latin typeface="Malgun Gothic"/>
                <a:cs typeface="Malgun Gothic"/>
              </a:rPr>
              <a:t>대</a:t>
            </a:r>
            <a:r>
              <a:rPr sz="1600" b="1" spc="-133" dirty="0">
                <a:solidFill>
                  <a:srgbClr val="0078D4"/>
                </a:solidFill>
                <a:latin typeface="Malgun Gothic"/>
                <a:cs typeface="Malgun Gothic"/>
              </a:rPr>
              <a:t> </a:t>
            </a:r>
            <a:r>
              <a:rPr sz="1600" b="1" spc="-257" dirty="0">
                <a:solidFill>
                  <a:srgbClr val="0078D4"/>
                </a:solidFill>
                <a:latin typeface="Malgun Gothic"/>
                <a:cs typeface="Malgun Gothic"/>
              </a:rPr>
              <a:t>목표</a:t>
            </a:r>
            <a:endParaRPr sz="1600" dirty="0">
              <a:latin typeface="Malgun Gothic"/>
              <a:cs typeface="Malgun Gothic"/>
            </a:endParaRPr>
          </a:p>
        </p:txBody>
      </p:sp>
      <p:grpSp>
        <p:nvGrpSpPr>
          <p:cNvPr id="235" name="object 26">
            <a:extLst>
              <a:ext uri="{FF2B5EF4-FFF2-40B4-BE49-F238E27FC236}">
                <a16:creationId xmlns:a16="http://schemas.microsoft.com/office/drawing/2014/main" id="{1B6FD190-DC7E-F291-3174-590EF36F0990}"/>
              </a:ext>
            </a:extLst>
          </p:cNvPr>
          <p:cNvGrpSpPr/>
          <p:nvPr/>
        </p:nvGrpSpPr>
        <p:grpSpPr>
          <a:xfrm>
            <a:off x="507999" y="3397420"/>
            <a:ext cx="2679700" cy="1981200"/>
            <a:chOff x="761999" y="4952999"/>
            <a:chExt cx="4019550" cy="2971800"/>
          </a:xfrm>
        </p:grpSpPr>
        <p:sp>
          <p:nvSpPr>
            <p:cNvPr id="236" name="object 27">
              <a:extLst>
                <a:ext uri="{FF2B5EF4-FFF2-40B4-BE49-F238E27FC236}">
                  <a16:creationId xmlns:a16="http://schemas.microsoft.com/office/drawing/2014/main" id="{CC173703-926D-5CD7-64CA-EB4DD532088D}"/>
                </a:ext>
              </a:extLst>
            </p:cNvPr>
            <p:cNvSpPr/>
            <p:nvPr/>
          </p:nvSpPr>
          <p:spPr>
            <a:xfrm>
              <a:off x="761999" y="4972049"/>
              <a:ext cx="4019550" cy="2952750"/>
            </a:xfrm>
            <a:custGeom>
              <a:avLst/>
              <a:gdLst/>
              <a:ahLst/>
              <a:cxnLst/>
              <a:rect l="l" t="t" r="r" b="b"/>
              <a:pathLst>
                <a:path w="4019550" h="2952750">
                  <a:moveTo>
                    <a:pt x="3948352" y="2952749"/>
                  </a:moveTo>
                  <a:lnTo>
                    <a:pt x="71196" y="2952749"/>
                  </a:lnTo>
                  <a:lnTo>
                    <a:pt x="66241" y="2952260"/>
                  </a:lnTo>
                  <a:lnTo>
                    <a:pt x="29705" y="2937126"/>
                  </a:lnTo>
                  <a:lnTo>
                    <a:pt x="3885" y="2901086"/>
                  </a:lnTo>
                  <a:lnTo>
                    <a:pt x="0" y="2881552"/>
                  </a:lnTo>
                  <a:lnTo>
                    <a:pt x="0" y="2876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948352" y="0"/>
                  </a:lnTo>
                  <a:lnTo>
                    <a:pt x="3989843" y="11715"/>
                  </a:lnTo>
                  <a:lnTo>
                    <a:pt x="4017108" y="42319"/>
                  </a:lnTo>
                  <a:lnTo>
                    <a:pt x="4019549" y="53397"/>
                  </a:lnTo>
                  <a:lnTo>
                    <a:pt x="4019549" y="2881552"/>
                  </a:lnTo>
                  <a:lnTo>
                    <a:pt x="4003927" y="2923043"/>
                  </a:lnTo>
                  <a:lnTo>
                    <a:pt x="3967886" y="2948862"/>
                  </a:lnTo>
                  <a:lnTo>
                    <a:pt x="3953307" y="2952260"/>
                  </a:lnTo>
                  <a:lnTo>
                    <a:pt x="3948352" y="2952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37" name="object 28">
              <a:extLst>
                <a:ext uri="{FF2B5EF4-FFF2-40B4-BE49-F238E27FC236}">
                  <a16:creationId xmlns:a16="http://schemas.microsoft.com/office/drawing/2014/main" id="{3089BF9C-0D58-42A0-609D-5AE9A4142523}"/>
                </a:ext>
              </a:extLst>
            </p:cNvPr>
            <p:cNvSpPr/>
            <p:nvPr/>
          </p:nvSpPr>
          <p:spPr>
            <a:xfrm>
              <a:off x="762277" y="4952999"/>
              <a:ext cx="4019550" cy="70485"/>
            </a:xfrm>
            <a:custGeom>
              <a:avLst/>
              <a:gdLst/>
              <a:ahLst/>
              <a:cxnLst/>
              <a:rect l="l" t="t" r="r" b="b"/>
              <a:pathLst>
                <a:path w="4019550" h="70485">
                  <a:moveTo>
                    <a:pt x="0" y="70449"/>
                  </a:moveTo>
                  <a:lnTo>
                    <a:pt x="12552" y="33856"/>
                  </a:lnTo>
                  <a:lnTo>
                    <a:pt x="46761" y="5799"/>
                  </a:lnTo>
                  <a:lnTo>
                    <a:pt x="75922" y="0"/>
                  </a:lnTo>
                  <a:lnTo>
                    <a:pt x="3943072" y="0"/>
                  </a:lnTo>
                  <a:lnTo>
                    <a:pt x="3985414" y="12829"/>
                  </a:lnTo>
                  <a:lnTo>
                    <a:pt x="4008981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5" y="66286"/>
                  </a:lnTo>
                  <a:lnTo>
                    <a:pt x="0" y="70449"/>
                  </a:lnTo>
                  <a:close/>
                </a:path>
                <a:path w="4019550" h="70485">
                  <a:moveTo>
                    <a:pt x="4018994" y="70449"/>
                  </a:moveTo>
                  <a:lnTo>
                    <a:pt x="3985414" y="44514"/>
                  </a:lnTo>
                  <a:lnTo>
                    <a:pt x="3943072" y="38099"/>
                  </a:lnTo>
                  <a:lnTo>
                    <a:pt x="4008981" y="38099"/>
                  </a:lnTo>
                  <a:lnTo>
                    <a:pt x="4018909" y="68693"/>
                  </a:lnTo>
                  <a:lnTo>
                    <a:pt x="4018994" y="704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38" name="object 29">
              <a:extLst>
                <a:ext uri="{FF2B5EF4-FFF2-40B4-BE49-F238E27FC236}">
                  <a16:creationId xmlns:a16="http://schemas.microsoft.com/office/drawing/2014/main" id="{7F8B9784-C6DF-6FFB-B735-5D7DDBE09094}"/>
                </a:ext>
              </a:extLst>
            </p:cNvPr>
            <p:cNvSpPr/>
            <p:nvPr/>
          </p:nvSpPr>
          <p:spPr>
            <a:xfrm>
              <a:off x="2390774" y="52196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4" y="629860"/>
                  </a:lnTo>
                  <a:lnTo>
                    <a:pt x="64209" y="592671"/>
                  </a:lnTo>
                  <a:lnTo>
                    <a:pt x="40679" y="552298"/>
                  </a:lnTo>
                  <a:lnTo>
                    <a:pt x="22271" y="509354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6"/>
                  </a:lnTo>
                  <a:lnTo>
                    <a:pt x="49497" y="193202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8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7" y="139295"/>
                  </a:lnTo>
                  <a:lnTo>
                    <a:pt x="702890" y="177167"/>
                  </a:lnTo>
                  <a:lnTo>
                    <a:pt x="725420" y="218100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7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3"/>
                  </a:lnTo>
                  <a:lnTo>
                    <a:pt x="732997" y="526801"/>
                  </a:lnTo>
                  <a:lnTo>
                    <a:pt x="712502" y="568796"/>
                  </a:lnTo>
                  <a:lnTo>
                    <a:pt x="687022" y="607961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89"/>
                  </a:lnTo>
                  <a:lnTo>
                    <a:pt x="543898" y="725419"/>
                  </a:lnTo>
                  <a:lnTo>
                    <a:pt x="500515" y="742768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39" name="object 30">
              <a:extLst>
                <a:ext uri="{FF2B5EF4-FFF2-40B4-BE49-F238E27FC236}">
                  <a16:creationId xmlns:a16="http://schemas.microsoft.com/office/drawing/2014/main" id="{F9070C5C-380C-2CA4-4C70-F9B8D81BEE74}"/>
                </a:ext>
              </a:extLst>
            </p:cNvPr>
            <p:cNvSpPr/>
            <p:nvPr/>
          </p:nvSpPr>
          <p:spPr>
            <a:xfrm>
              <a:off x="2628899" y="5475684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77769" y="250031"/>
                  </a:moveTo>
                  <a:lnTo>
                    <a:pt x="44648" y="250031"/>
                  </a:lnTo>
                  <a:lnTo>
                    <a:pt x="27265" y="246523"/>
                  </a:lnTo>
                  <a:lnTo>
                    <a:pt x="13073" y="236957"/>
                  </a:lnTo>
                  <a:lnTo>
                    <a:pt x="3507" y="222766"/>
                  </a:lnTo>
                  <a:lnTo>
                    <a:pt x="0" y="205382"/>
                  </a:lnTo>
                  <a:lnTo>
                    <a:pt x="0" y="7980"/>
                  </a:lnTo>
                  <a:lnTo>
                    <a:pt x="7980" y="0"/>
                  </a:lnTo>
                  <a:lnTo>
                    <a:pt x="27737" y="0"/>
                  </a:lnTo>
                  <a:lnTo>
                    <a:pt x="35718" y="7980"/>
                  </a:lnTo>
                  <a:lnTo>
                    <a:pt x="35718" y="210294"/>
                  </a:lnTo>
                  <a:lnTo>
                    <a:pt x="39737" y="214312"/>
                  </a:lnTo>
                  <a:lnTo>
                    <a:pt x="277769" y="214312"/>
                  </a:lnTo>
                  <a:lnTo>
                    <a:pt x="285750" y="222293"/>
                  </a:lnTo>
                  <a:lnTo>
                    <a:pt x="285750" y="242050"/>
                  </a:lnTo>
                  <a:lnTo>
                    <a:pt x="277769" y="250031"/>
                  </a:lnTo>
                  <a:close/>
                </a:path>
                <a:path w="285750" h="250189">
                  <a:moveTo>
                    <a:pt x="229213" y="99733"/>
                  </a:moveTo>
                  <a:lnTo>
                    <a:pt x="178593" y="99733"/>
                  </a:lnTo>
                  <a:lnTo>
                    <a:pt x="237362" y="40909"/>
                  </a:lnTo>
                  <a:lnTo>
                    <a:pt x="243274" y="36984"/>
                  </a:lnTo>
                  <a:lnTo>
                    <a:pt x="250003" y="35676"/>
                  </a:lnTo>
                  <a:lnTo>
                    <a:pt x="256732" y="36984"/>
                  </a:lnTo>
                  <a:lnTo>
                    <a:pt x="262644" y="40909"/>
                  </a:lnTo>
                  <a:lnTo>
                    <a:pt x="266568" y="46821"/>
                  </a:lnTo>
                  <a:lnTo>
                    <a:pt x="267876" y="53550"/>
                  </a:lnTo>
                  <a:lnTo>
                    <a:pt x="266568" y="60278"/>
                  </a:lnTo>
                  <a:lnTo>
                    <a:pt x="262424" y="66523"/>
                  </a:lnTo>
                  <a:lnTo>
                    <a:pt x="229213" y="99733"/>
                  </a:lnTo>
                  <a:close/>
                </a:path>
                <a:path w="285750" h="250189">
                  <a:moveTo>
                    <a:pt x="71409" y="160720"/>
                  </a:moveTo>
                  <a:lnTo>
                    <a:pt x="64680" y="159412"/>
                  </a:lnTo>
                  <a:lnTo>
                    <a:pt x="58768" y="155488"/>
                  </a:lnTo>
                  <a:lnTo>
                    <a:pt x="54844" y="149575"/>
                  </a:lnTo>
                  <a:lnTo>
                    <a:pt x="53536" y="142847"/>
                  </a:lnTo>
                  <a:lnTo>
                    <a:pt x="54844" y="136118"/>
                  </a:lnTo>
                  <a:lnTo>
                    <a:pt x="58768" y="130206"/>
                  </a:lnTo>
                  <a:lnTo>
                    <a:pt x="121276" y="67698"/>
                  </a:lnTo>
                  <a:lnTo>
                    <a:pt x="127188" y="63774"/>
                  </a:lnTo>
                  <a:lnTo>
                    <a:pt x="133917" y="62465"/>
                  </a:lnTo>
                  <a:lnTo>
                    <a:pt x="140646" y="63774"/>
                  </a:lnTo>
                  <a:lnTo>
                    <a:pt x="146558" y="67698"/>
                  </a:lnTo>
                  <a:lnTo>
                    <a:pt x="178593" y="99733"/>
                  </a:lnTo>
                  <a:lnTo>
                    <a:pt x="229213" y="99733"/>
                  </a:lnTo>
                  <a:lnTo>
                    <a:pt x="223297" y="105649"/>
                  </a:lnTo>
                  <a:lnTo>
                    <a:pt x="133945" y="105649"/>
                  </a:lnTo>
                  <a:lnTo>
                    <a:pt x="84050" y="155488"/>
                  </a:lnTo>
                  <a:lnTo>
                    <a:pt x="78138" y="159412"/>
                  </a:lnTo>
                  <a:lnTo>
                    <a:pt x="71409" y="160720"/>
                  </a:lnTo>
                  <a:close/>
                </a:path>
                <a:path w="285750" h="250189">
                  <a:moveTo>
                    <a:pt x="178980" y="142847"/>
                  </a:moveTo>
                  <a:lnTo>
                    <a:pt x="178262" y="142847"/>
                  </a:lnTo>
                  <a:lnTo>
                    <a:pt x="171892" y="141608"/>
                  </a:lnTo>
                  <a:lnTo>
                    <a:pt x="165980" y="137684"/>
                  </a:lnTo>
                  <a:lnTo>
                    <a:pt x="133945" y="105649"/>
                  </a:lnTo>
                  <a:lnTo>
                    <a:pt x="223297" y="105649"/>
                  </a:lnTo>
                  <a:lnTo>
                    <a:pt x="191262" y="137684"/>
                  </a:lnTo>
                  <a:lnTo>
                    <a:pt x="185350" y="141608"/>
                  </a:lnTo>
                  <a:lnTo>
                    <a:pt x="178980" y="142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240" name="object 31">
            <a:extLst>
              <a:ext uri="{FF2B5EF4-FFF2-40B4-BE49-F238E27FC236}">
                <a16:creationId xmlns:a16="http://schemas.microsoft.com/office/drawing/2014/main" id="{E848DAD4-FCB4-328A-7C73-1B60D06600FD}"/>
              </a:ext>
            </a:extLst>
          </p:cNvPr>
          <p:cNvSpPr txBox="1"/>
          <p:nvPr/>
        </p:nvSpPr>
        <p:spPr>
          <a:xfrm>
            <a:off x="1377632" y="4197943"/>
            <a:ext cx="905933" cy="374312"/>
          </a:xfrm>
          <a:prstGeom prst="rect">
            <a:avLst/>
          </a:prstGeom>
        </p:spPr>
        <p:txBody>
          <a:bodyPr vert="horz" wrap="square" lIns="0" tIns="2963" rIns="0" bIns="0" rtlCol="0">
            <a:spAutoFit/>
          </a:bodyPr>
          <a:lstStyle/>
          <a:p>
            <a:pPr marL="142670" marR="3387" indent="-134627" algn="ctr">
              <a:lnSpc>
                <a:spcPct val="102899"/>
              </a:lnSpc>
              <a:spcBef>
                <a:spcPts val="23"/>
              </a:spcBef>
            </a:pP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유지</a:t>
            </a:r>
            <a:r>
              <a:rPr lang="en-US"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보수</a:t>
            </a:r>
            <a:r>
              <a:rPr lang="en-US"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비용</a:t>
            </a:r>
            <a:r>
              <a:rPr lang="en-US"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50" dirty="0">
                <a:latin typeface="SUIT ExtraBold" pitchFamily="2" charset="-127"/>
                <a:ea typeface="SUIT ExtraBold" pitchFamily="2" charset="-127"/>
                <a:cs typeface="Malgun Gothic"/>
              </a:rPr>
              <a:t>및</a:t>
            </a:r>
            <a:endParaRPr lang="en-US" sz="1200" b="1" spc="-250" dirty="0">
              <a:latin typeface="SUIT ExtraBold" pitchFamily="2" charset="-127"/>
              <a:ea typeface="SUIT ExtraBold" pitchFamily="2" charset="-127"/>
              <a:cs typeface="Malgun Gothic"/>
            </a:endParaRPr>
          </a:p>
          <a:p>
            <a:pPr marL="142670" marR="3387" indent="-134627" algn="ctr">
              <a:lnSpc>
                <a:spcPct val="102899"/>
              </a:lnSpc>
              <a:spcBef>
                <a:spcPts val="23"/>
              </a:spcBef>
            </a:pPr>
            <a:r>
              <a:rPr sz="1200" b="1" spc="-25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리스크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3" dirty="0" err="1">
                <a:latin typeface="SUIT ExtraBold" pitchFamily="2" charset="-127"/>
                <a:ea typeface="SUIT ExtraBold" pitchFamily="2" charset="-127"/>
                <a:cs typeface="Malgun Gothic"/>
              </a:rPr>
              <a:t>절감</a:t>
            </a:r>
            <a:endParaRPr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245" name="object 36">
            <a:extLst>
              <a:ext uri="{FF2B5EF4-FFF2-40B4-BE49-F238E27FC236}">
                <a16:creationId xmlns:a16="http://schemas.microsoft.com/office/drawing/2014/main" id="{4C7B0EA6-BDE1-ED49-4114-8EF057A15D43}"/>
              </a:ext>
            </a:extLst>
          </p:cNvPr>
          <p:cNvSpPr txBox="1"/>
          <p:nvPr/>
        </p:nvSpPr>
        <p:spPr>
          <a:xfrm>
            <a:off x="893233" y="4599365"/>
            <a:ext cx="2117386" cy="70147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하드웨어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교체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주기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 err="1">
                <a:latin typeface="SUIT" pitchFamily="2" charset="-127"/>
                <a:ea typeface="SUIT" pitchFamily="2" charset="-127"/>
                <a:cs typeface="Dotum"/>
              </a:rPr>
              <a:t>제거</a:t>
            </a:r>
            <a:endParaRPr lang="en-US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노후</a:t>
            </a:r>
            <a:r>
              <a:rPr lang="ko-KR" altLang="en-US" sz="1000" spc="-8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장비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관련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장애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위험 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감소</a:t>
            </a:r>
            <a:endParaRPr lang="en-US" altLang="ko-KR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데이터센터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운영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비용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절감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48" name="object 39">
            <a:extLst>
              <a:ext uri="{FF2B5EF4-FFF2-40B4-BE49-F238E27FC236}">
                <a16:creationId xmlns:a16="http://schemas.microsoft.com/office/drawing/2014/main" id="{B5795757-09FA-43FC-3059-F2BC7213FD39}"/>
              </a:ext>
            </a:extLst>
          </p:cNvPr>
          <p:cNvGrpSpPr/>
          <p:nvPr/>
        </p:nvGrpSpPr>
        <p:grpSpPr>
          <a:xfrm>
            <a:off x="3340099" y="3397420"/>
            <a:ext cx="2679700" cy="1981200"/>
            <a:chOff x="5010149" y="4952999"/>
            <a:chExt cx="4019550" cy="2971800"/>
          </a:xfrm>
        </p:grpSpPr>
        <p:sp>
          <p:nvSpPr>
            <p:cNvPr id="249" name="object 40">
              <a:extLst>
                <a:ext uri="{FF2B5EF4-FFF2-40B4-BE49-F238E27FC236}">
                  <a16:creationId xmlns:a16="http://schemas.microsoft.com/office/drawing/2014/main" id="{20D03559-0203-5678-2E26-7EB70FCD11B0}"/>
                </a:ext>
              </a:extLst>
            </p:cNvPr>
            <p:cNvSpPr/>
            <p:nvPr/>
          </p:nvSpPr>
          <p:spPr>
            <a:xfrm>
              <a:off x="5010149" y="4972049"/>
              <a:ext cx="4019550" cy="2952750"/>
            </a:xfrm>
            <a:custGeom>
              <a:avLst/>
              <a:gdLst/>
              <a:ahLst/>
              <a:cxnLst/>
              <a:rect l="l" t="t" r="r" b="b"/>
              <a:pathLst>
                <a:path w="4019550" h="2952750">
                  <a:moveTo>
                    <a:pt x="3948352" y="2952749"/>
                  </a:moveTo>
                  <a:lnTo>
                    <a:pt x="71196" y="2952749"/>
                  </a:lnTo>
                  <a:lnTo>
                    <a:pt x="66241" y="2952260"/>
                  </a:lnTo>
                  <a:lnTo>
                    <a:pt x="29705" y="2937126"/>
                  </a:lnTo>
                  <a:lnTo>
                    <a:pt x="3885" y="2901086"/>
                  </a:lnTo>
                  <a:lnTo>
                    <a:pt x="0" y="2881552"/>
                  </a:lnTo>
                  <a:lnTo>
                    <a:pt x="0" y="2876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948352" y="0"/>
                  </a:lnTo>
                  <a:lnTo>
                    <a:pt x="3989842" y="11715"/>
                  </a:lnTo>
                  <a:lnTo>
                    <a:pt x="4017107" y="42319"/>
                  </a:lnTo>
                  <a:lnTo>
                    <a:pt x="4019549" y="53397"/>
                  </a:lnTo>
                  <a:lnTo>
                    <a:pt x="4019549" y="2881552"/>
                  </a:lnTo>
                  <a:lnTo>
                    <a:pt x="4003926" y="2923043"/>
                  </a:lnTo>
                  <a:lnTo>
                    <a:pt x="3967886" y="2948862"/>
                  </a:lnTo>
                  <a:lnTo>
                    <a:pt x="3953307" y="2952260"/>
                  </a:lnTo>
                  <a:lnTo>
                    <a:pt x="3948352" y="2952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50" name="object 41">
              <a:extLst>
                <a:ext uri="{FF2B5EF4-FFF2-40B4-BE49-F238E27FC236}">
                  <a16:creationId xmlns:a16="http://schemas.microsoft.com/office/drawing/2014/main" id="{32224252-4F5D-5FE4-CB45-DEA7272E8264}"/>
                </a:ext>
              </a:extLst>
            </p:cNvPr>
            <p:cNvSpPr/>
            <p:nvPr/>
          </p:nvSpPr>
          <p:spPr>
            <a:xfrm>
              <a:off x="5010427" y="4952999"/>
              <a:ext cx="4019550" cy="70485"/>
            </a:xfrm>
            <a:custGeom>
              <a:avLst/>
              <a:gdLst/>
              <a:ahLst/>
              <a:cxnLst/>
              <a:rect l="l" t="t" r="r" b="b"/>
              <a:pathLst>
                <a:path w="4019550" h="70485">
                  <a:moveTo>
                    <a:pt x="0" y="70450"/>
                  </a:moveTo>
                  <a:lnTo>
                    <a:pt x="12551" y="33856"/>
                  </a:lnTo>
                  <a:lnTo>
                    <a:pt x="46760" y="5799"/>
                  </a:lnTo>
                  <a:lnTo>
                    <a:pt x="75922" y="0"/>
                  </a:lnTo>
                  <a:lnTo>
                    <a:pt x="3943072" y="0"/>
                  </a:lnTo>
                  <a:lnTo>
                    <a:pt x="3985413" y="12829"/>
                  </a:lnTo>
                  <a:lnTo>
                    <a:pt x="40089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5" y="66286"/>
                  </a:lnTo>
                  <a:lnTo>
                    <a:pt x="0" y="70450"/>
                  </a:lnTo>
                  <a:close/>
                </a:path>
                <a:path w="4019550" h="70485">
                  <a:moveTo>
                    <a:pt x="4018994" y="70450"/>
                  </a:moveTo>
                  <a:lnTo>
                    <a:pt x="3985413" y="44514"/>
                  </a:lnTo>
                  <a:lnTo>
                    <a:pt x="3943072" y="38099"/>
                  </a:lnTo>
                  <a:lnTo>
                    <a:pt x="4008980" y="38099"/>
                  </a:lnTo>
                  <a:lnTo>
                    <a:pt x="4018909" y="68693"/>
                  </a:lnTo>
                  <a:lnTo>
                    <a:pt x="4018994" y="7045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51" name="object 42">
              <a:extLst>
                <a:ext uri="{FF2B5EF4-FFF2-40B4-BE49-F238E27FC236}">
                  <a16:creationId xmlns:a16="http://schemas.microsoft.com/office/drawing/2014/main" id="{D3B1F9B7-D386-BA84-8FA7-F9F9CA792FC1}"/>
                </a:ext>
              </a:extLst>
            </p:cNvPr>
            <p:cNvSpPr/>
            <p:nvPr/>
          </p:nvSpPr>
          <p:spPr>
            <a:xfrm>
              <a:off x="6638924" y="52196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3" y="750581"/>
                  </a:lnTo>
                  <a:lnTo>
                    <a:pt x="243881" y="736470"/>
                  </a:lnTo>
                  <a:lnTo>
                    <a:pt x="201396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4" y="629860"/>
                  </a:lnTo>
                  <a:lnTo>
                    <a:pt x="64209" y="592671"/>
                  </a:lnTo>
                  <a:lnTo>
                    <a:pt x="40678" y="552298"/>
                  </a:lnTo>
                  <a:lnTo>
                    <a:pt x="22270" y="509354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2" y="325095"/>
                  </a:lnTo>
                  <a:lnTo>
                    <a:pt x="13799" y="279384"/>
                  </a:lnTo>
                  <a:lnTo>
                    <a:pt x="29000" y="235196"/>
                  </a:lnTo>
                  <a:lnTo>
                    <a:pt x="49497" y="193202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69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5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89" y="177167"/>
                  </a:lnTo>
                  <a:lnTo>
                    <a:pt x="725419" y="218100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8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8" y="482613"/>
                  </a:lnTo>
                  <a:lnTo>
                    <a:pt x="732996" y="526801"/>
                  </a:lnTo>
                  <a:lnTo>
                    <a:pt x="712500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0" y="702889"/>
                  </a:lnTo>
                  <a:lnTo>
                    <a:pt x="543897" y="725419"/>
                  </a:lnTo>
                  <a:lnTo>
                    <a:pt x="500514" y="742768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52" name="object 43">
              <a:extLst>
                <a:ext uri="{FF2B5EF4-FFF2-40B4-BE49-F238E27FC236}">
                  <a16:creationId xmlns:a16="http://schemas.microsoft.com/office/drawing/2014/main" id="{2180E2E4-86BF-E64B-6EDB-8DC3151B73D0}"/>
                </a:ext>
              </a:extLst>
            </p:cNvPr>
            <p:cNvSpPr/>
            <p:nvPr/>
          </p:nvSpPr>
          <p:spPr>
            <a:xfrm>
              <a:off x="6885979" y="5457824"/>
              <a:ext cx="267970" cy="284480"/>
            </a:xfrm>
            <a:custGeom>
              <a:avLst/>
              <a:gdLst/>
              <a:ahLst/>
              <a:cxnLst/>
              <a:rect l="l" t="t" r="r" b="b"/>
              <a:pathLst>
                <a:path w="267970" h="284479">
                  <a:moveTo>
                    <a:pt x="133945" y="284187"/>
                  </a:moveTo>
                  <a:lnTo>
                    <a:pt x="69914" y="247391"/>
                  </a:lnTo>
                  <a:lnTo>
                    <a:pt x="35787" y="205540"/>
                  </a:lnTo>
                  <a:lnTo>
                    <a:pt x="14388" y="160143"/>
                  </a:lnTo>
                  <a:lnTo>
                    <a:pt x="3273" y="116055"/>
                  </a:lnTo>
                  <a:lnTo>
                    <a:pt x="0" y="78134"/>
                  </a:lnTo>
                  <a:lnTo>
                    <a:pt x="1589" y="67707"/>
                  </a:lnTo>
                  <a:lnTo>
                    <a:pt x="6062" y="58635"/>
                  </a:lnTo>
                  <a:lnTo>
                    <a:pt x="12847" y="51332"/>
                  </a:lnTo>
                  <a:lnTo>
                    <a:pt x="21375" y="46211"/>
                  </a:lnTo>
                  <a:lnTo>
                    <a:pt x="126522" y="1618"/>
                  </a:lnTo>
                  <a:lnTo>
                    <a:pt x="128810" y="558"/>
                  </a:lnTo>
                  <a:lnTo>
                    <a:pt x="131378" y="0"/>
                  </a:lnTo>
                  <a:lnTo>
                    <a:pt x="136512" y="0"/>
                  </a:lnTo>
                  <a:lnTo>
                    <a:pt x="139079" y="558"/>
                  </a:lnTo>
                  <a:lnTo>
                    <a:pt x="141423" y="1618"/>
                  </a:lnTo>
                  <a:lnTo>
                    <a:pt x="225470" y="37281"/>
                  </a:lnTo>
                  <a:lnTo>
                    <a:pt x="133945" y="37281"/>
                  </a:lnTo>
                  <a:lnTo>
                    <a:pt x="133945" y="248245"/>
                  </a:lnTo>
                  <a:lnTo>
                    <a:pt x="196718" y="248245"/>
                  </a:lnTo>
                  <a:lnTo>
                    <a:pt x="148679" y="280838"/>
                  </a:lnTo>
                  <a:lnTo>
                    <a:pt x="141453" y="283350"/>
                  </a:lnTo>
                  <a:lnTo>
                    <a:pt x="133945" y="284187"/>
                  </a:lnTo>
                  <a:close/>
                </a:path>
                <a:path w="267970" h="284479">
                  <a:moveTo>
                    <a:pt x="196718" y="248245"/>
                  </a:moveTo>
                  <a:lnTo>
                    <a:pt x="133945" y="248245"/>
                  </a:lnTo>
                  <a:lnTo>
                    <a:pt x="181714" y="213021"/>
                  </a:lnTo>
                  <a:lnTo>
                    <a:pt x="211752" y="168164"/>
                  </a:lnTo>
                  <a:lnTo>
                    <a:pt x="227442" y="121015"/>
                  </a:lnTo>
                  <a:lnTo>
                    <a:pt x="232171" y="78916"/>
                  </a:lnTo>
                  <a:lnTo>
                    <a:pt x="133945" y="37281"/>
                  </a:lnTo>
                  <a:lnTo>
                    <a:pt x="225470" y="37281"/>
                  </a:lnTo>
                  <a:lnTo>
                    <a:pt x="261828" y="58635"/>
                  </a:lnTo>
                  <a:lnTo>
                    <a:pt x="267890" y="78134"/>
                  </a:lnTo>
                  <a:lnTo>
                    <a:pt x="264617" y="116055"/>
                  </a:lnTo>
                  <a:lnTo>
                    <a:pt x="253502" y="160143"/>
                  </a:lnTo>
                  <a:lnTo>
                    <a:pt x="232103" y="205540"/>
                  </a:lnTo>
                  <a:lnTo>
                    <a:pt x="197976" y="247391"/>
                  </a:lnTo>
                  <a:lnTo>
                    <a:pt x="196718" y="248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253" name="object 44">
            <a:extLst>
              <a:ext uri="{FF2B5EF4-FFF2-40B4-BE49-F238E27FC236}">
                <a16:creationId xmlns:a16="http://schemas.microsoft.com/office/drawing/2014/main" id="{DFA691F5-B010-CA4C-053E-1220F5447791}"/>
              </a:ext>
            </a:extLst>
          </p:cNvPr>
          <p:cNvSpPr txBox="1"/>
          <p:nvPr/>
        </p:nvSpPr>
        <p:spPr>
          <a:xfrm>
            <a:off x="4276698" y="4197943"/>
            <a:ext cx="789093" cy="374312"/>
          </a:xfrm>
          <a:prstGeom prst="rect">
            <a:avLst/>
          </a:prstGeom>
        </p:spPr>
        <p:txBody>
          <a:bodyPr vert="horz" wrap="square" lIns="0" tIns="2963" rIns="0" bIns="0" rtlCol="0">
            <a:spAutoFit/>
          </a:bodyPr>
          <a:lstStyle/>
          <a:p>
            <a:pPr marL="143093" marR="3387" indent="-135050" algn="ctr">
              <a:lnSpc>
                <a:spcPct val="102899"/>
              </a:lnSpc>
              <a:spcBef>
                <a:spcPts val="23"/>
              </a:spcBef>
            </a:pP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운영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효율화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 </a:t>
            </a:r>
            <a:r>
              <a:rPr sz="1200" b="1" spc="-250" dirty="0">
                <a:latin typeface="SUIT ExtraBold" pitchFamily="2" charset="-127"/>
                <a:ea typeface="SUIT ExtraBold" pitchFamily="2" charset="-127"/>
                <a:cs typeface="Malgun Gothic"/>
              </a:rPr>
              <a:t>및</a:t>
            </a:r>
            <a:r>
              <a:rPr lang="en-US" sz="1200" b="1" spc="-25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</a:p>
          <a:p>
            <a:pPr marL="143093" marR="3387" indent="-135050" algn="ctr">
              <a:lnSpc>
                <a:spcPct val="102899"/>
              </a:lnSpc>
              <a:spcBef>
                <a:spcPts val="23"/>
              </a:spcBef>
            </a:pPr>
            <a:r>
              <a:rPr sz="1200" b="1" spc="-25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보안</a:t>
            </a:r>
            <a:r>
              <a:rPr sz="1200" b="1" spc="-12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2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3" dirty="0" err="1">
                <a:latin typeface="SUIT ExtraBold" pitchFamily="2" charset="-127"/>
                <a:ea typeface="SUIT ExtraBold" pitchFamily="2" charset="-127"/>
                <a:cs typeface="Malgun Gothic"/>
              </a:rPr>
              <a:t>강화</a:t>
            </a:r>
            <a:endParaRPr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258" name="object 49">
            <a:extLst>
              <a:ext uri="{FF2B5EF4-FFF2-40B4-BE49-F238E27FC236}">
                <a16:creationId xmlns:a16="http://schemas.microsoft.com/office/drawing/2014/main" id="{0375A211-A7A8-93DB-18FB-9E6183CC9805}"/>
              </a:ext>
            </a:extLst>
          </p:cNvPr>
          <p:cNvSpPr txBox="1"/>
          <p:nvPr/>
        </p:nvSpPr>
        <p:spPr>
          <a:xfrm>
            <a:off x="3725333" y="4599365"/>
            <a:ext cx="2028486" cy="69258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79917" marR="3387" indent="-171450">
              <a:lnSpc>
                <a:spcPct val="148100"/>
              </a:lnSpc>
              <a:spcBef>
                <a:spcPts val="67"/>
              </a:spcBef>
              <a:buFont typeface="Wingdings" panose="05000000000000000000" pitchFamily="2" charset="2"/>
              <a:buChar char="ü"/>
            </a:pPr>
            <a:r>
              <a:rPr sz="1000" spc="-30" dirty="0">
                <a:latin typeface="SUIT" pitchFamily="2" charset="-127"/>
                <a:ea typeface="SUIT" pitchFamily="2" charset="-127"/>
                <a:cs typeface="Noto Sans JP"/>
              </a:rPr>
              <a:t>IT</a:t>
            </a:r>
            <a:r>
              <a:rPr sz="1000" spc="3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자원</a:t>
            </a:r>
            <a:r>
              <a:rPr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통합</a:t>
            </a:r>
            <a:r>
              <a:rPr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관리</a:t>
            </a:r>
            <a:r>
              <a:rPr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체계</a:t>
            </a:r>
            <a:r>
              <a:rPr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 err="1">
                <a:latin typeface="SUIT" pitchFamily="2" charset="-127"/>
                <a:ea typeface="SUIT" pitchFamily="2" charset="-127"/>
                <a:cs typeface="Dotum"/>
              </a:rPr>
              <a:t>구축</a:t>
            </a:r>
            <a:r>
              <a:rPr sz="1000" spc="33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최신</a:t>
            </a:r>
            <a:endParaRPr lang="en-US" sz="1000" spc="-173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marR="3387" indent="-171450">
              <a:lnSpc>
                <a:spcPct val="148100"/>
              </a:lnSpc>
              <a:spcBef>
                <a:spcPts val="67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보안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업데이트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패치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적용</a:t>
            </a:r>
            <a:endParaRPr lang="en-US" altLang="ko-KR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marR="3387" indent="-171450">
              <a:lnSpc>
                <a:spcPct val="148100"/>
              </a:lnSpc>
              <a:spcBef>
                <a:spcPts val="67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자동화된</a:t>
            </a:r>
            <a:r>
              <a:rPr lang="ko-KR" altLang="en-US" sz="1000" spc="-6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57" dirty="0">
                <a:latin typeface="SUIT" pitchFamily="2" charset="-127"/>
                <a:ea typeface="SUIT" pitchFamily="2" charset="-127"/>
                <a:cs typeface="Dotum"/>
              </a:rPr>
              <a:t>모니터링</a:t>
            </a:r>
            <a:r>
              <a:rPr lang="en-US" altLang="ko-KR" sz="1000" spc="-157" dirty="0">
                <a:latin typeface="SUIT" pitchFamily="2" charset="-127"/>
                <a:ea typeface="SUIT" pitchFamily="2" charset="-127"/>
                <a:cs typeface="Noto Sans JP"/>
              </a:rPr>
              <a:t>/</a:t>
            </a:r>
            <a:r>
              <a:rPr lang="ko-KR" altLang="en-US" sz="1000" spc="-157" dirty="0">
                <a:latin typeface="SUIT" pitchFamily="2" charset="-127"/>
                <a:ea typeface="SUIT" pitchFamily="2" charset="-127"/>
                <a:cs typeface="Dotum"/>
              </a:rPr>
              <a:t>관리</a:t>
            </a:r>
            <a:r>
              <a:rPr lang="ko-KR" altLang="en-US" sz="1000" spc="-5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시스템</a:t>
            </a:r>
            <a:endParaRPr lang="ko-KR" altLang="en-US"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60" name="object 51">
            <a:extLst>
              <a:ext uri="{FF2B5EF4-FFF2-40B4-BE49-F238E27FC236}">
                <a16:creationId xmlns:a16="http://schemas.microsoft.com/office/drawing/2014/main" id="{039B40D1-FB23-7592-0367-AF667720AFA7}"/>
              </a:ext>
            </a:extLst>
          </p:cNvPr>
          <p:cNvGrpSpPr/>
          <p:nvPr/>
        </p:nvGrpSpPr>
        <p:grpSpPr>
          <a:xfrm>
            <a:off x="6172199" y="3397420"/>
            <a:ext cx="2679700" cy="1981200"/>
            <a:chOff x="9258298" y="4952999"/>
            <a:chExt cx="4019550" cy="2971800"/>
          </a:xfrm>
        </p:grpSpPr>
        <p:sp>
          <p:nvSpPr>
            <p:cNvPr id="261" name="object 52">
              <a:extLst>
                <a:ext uri="{FF2B5EF4-FFF2-40B4-BE49-F238E27FC236}">
                  <a16:creationId xmlns:a16="http://schemas.microsoft.com/office/drawing/2014/main" id="{B6F82F55-2019-2FD0-ED83-D1385DC05383}"/>
                </a:ext>
              </a:extLst>
            </p:cNvPr>
            <p:cNvSpPr/>
            <p:nvPr/>
          </p:nvSpPr>
          <p:spPr>
            <a:xfrm>
              <a:off x="9258298" y="4972049"/>
              <a:ext cx="4019550" cy="2952750"/>
            </a:xfrm>
            <a:custGeom>
              <a:avLst/>
              <a:gdLst/>
              <a:ahLst/>
              <a:cxnLst/>
              <a:rect l="l" t="t" r="r" b="b"/>
              <a:pathLst>
                <a:path w="4019550" h="2952750">
                  <a:moveTo>
                    <a:pt x="3948353" y="2952749"/>
                  </a:moveTo>
                  <a:lnTo>
                    <a:pt x="71197" y="2952749"/>
                  </a:lnTo>
                  <a:lnTo>
                    <a:pt x="66241" y="2952260"/>
                  </a:lnTo>
                  <a:lnTo>
                    <a:pt x="29705" y="2937126"/>
                  </a:lnTo>
                  <a:lnTo>
                    <a:pt x="3885" y="2901086"/>
                  </a:lnTo>
                  <a:lnTo>
                    <a:pt x="0" y="2881552"/>
                  </a:lnTo>
                  <a:lnTo>
                    <a:pt x="0" y="2876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7" y="1830"/>
                  </a:lnTo>
                  <a:lnTo>
                    <a:pt x="71197" y="0"/>
                  </a:lnTo>
                  <a:lnTo>
                    <a:pt x="3948353" y="0"/>
                  </a:lnTo>
                  <a:lnTo>
                    <a:pt x="3989843" y="11715"/>
                  </a:lnTo>
                  <a:lnTo>
                    <a:pt x="4017108" y="42319"/>
                  </a:lnTo>
                  <a:lnTo>
                    <a:pt x="4019549" y="53397"/>
                  </a:lnTo>
                  <a:lnTo>
                    <a:pt x="4019549" y="2881552"/>
                  </a:lnTo>
                  <a:lnTo>
                    <a:pt x="4003926" y="2923043"/>
                  </a:lnTo>
                  <a:lnTo>
                    <a:pt x="3967885" y="2948862"/>
                  </a:lnTo>
                  <a:lnTo>
                    <a:pt x="3953308" y="2952260"/>
                  </a:lnTo>
                  <a:lnTo>
                    <a:pt x="3948353" y="2952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62" name="object 53">
              <a:extLst>
                <a:ext uri="{FF2B5EF4-FFF2-40B4-BE49-F238E27FC236}">
                  <a16:creationId xmlns:a16="http://schemas.microsoft.com/office/drawing/2014/main" id="{D8F36802-E636-7725-E7A5-1665E226A807}"/>
                </a:ext>
              </a:extLst>
            </p:cNvPr>
            <p:cNvSpPr/>
            <p:nvPr/>
          </p:nvSpPr>
          <p:spPr>
            <a:xfrm>
              <a:off x="9258577" y="4952999"/>
              <a:ext cx="4019550" cy="70485"/>
            </a:xfrm>
            <a:custGeom>
              <a:avLst/>
              <a:gdLst/>
              <a:ahLst/>
              <a:cxnLst/>
              <a:rect l="l" t="t" r="r" b="b"/>
              <a:pathLst>
                <a:path w="4019550" h="70485">
                  <a:moveTo>
                    <a:pt x="0" y="70451"/>
                  </a:moveTo>
                  <a:lnTo>
                    <a:pt x="12551" y="33856"/>
                  </a:lnTo>
                  <a:lnTo>
                    <a:pt x="46760" y="5799"/>
                  </a:lnTo>
                  <a:lnTo>
                    <a:pt x="75922" y="0"/>
                  </a:lnTo>
                  <a:lnTo>
                    <a:pt x="3943071" y="0"/>
                  </a:lnTo>
                  <a:lnTo>
                    <a:pt x="3985412" y="12829"/>
                  </a:lnTo>
                  <a:lnTo>
                    <a:pt x="40089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4" y="66286"/>
                  </a:lnTo>
                  <a:lnTo>
                    <a:pt x="0" y="70451"/>
                  </a:lnTo>
                  <a:close/>
                </a:path>
                <a:path w="4019550" h="70485">
                  <a:moveTo>
                    <a:pt x="4018993" y="70451"/>
                  </a:moveTo>
                  <a:lnTo>
                    <a:pt x="3985412" y="44514"/>
                  </a:lnTo>
                  <a:lnTo>
                    <a:pt x="3943071" y="38099"/>
                  </a:lnTo>
                  <a:lnTo>
                    <a:pt x="4008980" y="38099"/>
                  </a:lnTo>
                  <a:lnTo>
                    <a:pt x="4018908" y="68693"/>
                  </a:lnTo>
                  <a:lnTo>
                    <a:pt x="4018993" y="7045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63" name="object 54">
              <a:extLst>
                <a:ext uri="{FF2B5EF4-FFF2-40B4-BE49-F238E27FC236}">
                  <a16:creationId xmlns:a16="http://schemas.microsoft.com/office/drawing/2014/main" id="{EA82FBB6-4F3A-030F-E9E0-F49205CD6ADA}"/>
                </a:ext>
              </a:extLst>
            </p:cNvPr>
            <p:cNvSpPr/>
            <p:nvPr/>
          </p:nvSpPr>
          <p:spPr>
            <a:xfrm>
              <a:off x="10887073" y="52196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3" y="750581"/>
                  </a:lnTo>
                  <a:lnTo>
                    <a:pt x="243881" y="736470"/>
                  </a:lnTo>
                  <a:lnTo>
                    <a:pt x="201398" y="717011"/>
                  </a:lnTo>
                  <a:lnTo>
                    <a:pt x="161613" y="692497"/>
                  </a:lnTo>
                  <a:lnTo>
                    <a:pt x="125135" y="663301"/>
                  </a:lnTo>
                  <a:lnTo>
                    <a:pt x="92504" y="629860"/>
                  </a:lnTo>
                  <a:lnTo>
                    <a:pt x="64207" y="592671"/>
                  </a:lnTo>
                  <a:lnTo>
                    <a:pt x="40679" y="552298"/>
                  </a:lnTo>
                  <a:lnTo>
                    <a:pt x="22269" y="509354"/>
                  </a:lnTo>
                  <a:lnTo>
                    <a:pt x="9255" y="464479"/>
                  </a:lnTo>
                  <a:lnTo>
                    <a:pt x="1833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1" y="325095"/>
                  </a:lnTo>
                  <a:lnTo>
                    <a:pt x="13798" y="279384"/>
                  </a:lnTo>
                  <a:lnTo>
                    <a:pt x="29000" y="235196"/>
                  </a:lnTo>
                  <a:lnTo>
                    <a:pt x="49497" y="193202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3" y="19230"/>
                  </a:lnTo>
                  <a:lnTo>
                    <a:pt x="306669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3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5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5" y="139295"/>
                  </a:lnTo>
                  <a:lnTo>
                    <a:pt x="702890" y="177167"/>
                  </a:lnTo>
                  <a:lnTo>
                    <a:pt x="725418" y="218100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8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7" y="436904"/>
                  </a:lnTo>
                  <a:lnTo>
                    <a:pt x="748198" y="482613"/>
                  </a:lnTo>
                  <a:lnTo>
                    <a:pt x="732995" y="526801"/>
                  </a:lnTo>
                  <a:lnTo>
                    <a:pt x="712500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0" y="702889"/>
                  </a:lnTo>
                  <a:lnTo>
                    <a:pt x="543897" y="725419"/>
                  </a:lnTo>
                  <a:lnTo>
                    <a:pt x="500514" y="742768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64" name="object 55">
              <a:extLst>
                <a:ext uri="{FF2B5EF4-FFF2-40B4-BE49-F238E27FC236}">
                  <a16:creationId xmlns:a16="http://schemas.microsoft.com/office/drawing/2014/main" id="{03D36D2A-0E6F-65DF-29DC-1D68D0794466}"/>
                </a:ext>
              </a:extLst>
            </p:cNvPr>
            <p:cNvSpPr/>
            <p:nvPr/>
          </p:nvSpPr>
          <p:spPr>
            <a:xfrm>
              <a:off x="11163299" y="5457824"/>
              <a:ext cx="214629" cy="285750"/>
            </a:xfrm>
            <a:custGeom>
              <a:avLst/>
              <a:gdLst/>
              <a:ahLst/>
              <a:cxnLst/>
              <a:rect l="l" t="t" r="r" b="b"/>
              <a:pathLst>
                <a:path w="214629" h="285750">
                  <a:moveTo>
                    <a:pt x="178593" y="285750"/>
                  </a:moveTo>
                  <a:lnTo>
                    <a:pt x="35718" y="285750"/>
                  </a:lnTo>
                  <a:lnTo>
                    <a:pt x="21826" y="281940"/>
                  </a:lnTo>
                  <a:lnTo>
                    <a:pt x="10471" y="274320"/>
                  </a:lnTo>
                  <a:lnTo>
                    <a:pt x="2810" y="262890"/>
                  </a:lnTo>
                  <a:lnTo>
                    <a:pt x="0" y="248920"/>
                  </a:lnTo>
                  <a:lnTo>
                    <a:pt x="0" y="35560"/>
                  </a:lnTo>
                  <a:lnTo>
                    <a:pt x="2810" y="21590"/>
                  </a:lnTo>
                  <a:lnTo>
                    <a:pt x="10471" y="10160"/>
                  </a:lnTo>
                  <a:lnTo>
                    <a:pt x="21826" y="2540"/>
                  </a:lnTo>
                  <a:lnTo>
                    <a:pt x="35718" y="0"/>
                  </a:lnTo>
                  <a:lnTo>
                    <a:pt x="178593" y="0"/>
                  </a:lnTo>
                  <a:lnTo>
                    <a:pt x="192486" y="2540"/>
                  </a:lnTo>
                  <a:lnTo>
                    <a:pt x="203841" y="10160"/>
                  </a:lnTo>
                  <a:lnTo>
                    <a:pt x="211501" y="21590"/>
                  </a:lnTo>
                  <a:lnTo>
                    <a:pt x="214312" y="35560"/>
                  </a:lnTo>
                  <a:lnTo>
                    <a:pt x="43699" y="35560"/>
                  </a:lnTo>
                  <a:lnTo>
                    <a:pt x="35718" y="43180"/>
                  </a:lnTo>
                  <a:lnTo>
                    <a:pt x="35718" y="81280"/>
                  </a:lnTo>
                  <a:lnTo>
                    <a:pt x="43699" y="88900"/>
                  </a:lnTo>
                  <a:lnTo>
                    <a:pt x="214312" y="88900"/>
                  </a:lnTo>
                  <a:lnTo>
                    <a:pt x="214312" y="106680"/>
                  </a:lnTo>
                  <a:lnTo>
                    <a:pt x="48931" y="106680"/>
                  </a:lnTo>
                  <a:lnTo>
                    <a:pt x="35718" y="121920"/>
                  </a:lnTo>
                  <a:lnTo>
                    <a:pt x="35718" y="127000"/>
                  </a:lnTo>
                  <a:lnTo>
                    <a:pt x="48931" y="142240"/>
                  </a:lnTo>
                  <a:lnTo>
                    <a:pt x="214312" y="142240"/>
                  </a:lnTo>
                  <a:lnTo>
                    <a:pt x="214312" y="160020"/>
                  </a:lnTo>
                  <a:lnTo>
                    <a:pt x="48931" y="160020"/>
                  </a:lnTo>
                  <a:lnTo>
                    <a:pt x="44555" y="162560"/>
                  </a:lnTo>
                  <a:lnTo>
                    <a:pt x="35718" y="175260"/>
                  </a:lnTo>
                  <a:lnTo>
                    <a:pt x="35718" y="180340"/>
                  </a:lnTo>
                  <a:lnTo>
                    <a:pt x="48931" y="195580"/>
                  </a:lnTo>
                  <a:lnTo>
                    <a:pt x="214312" y="195580"/>
                  </a:lnTo>
                  <a:lnTo>
                    <a:pt x="214312" y="213360"/>
                  </a:lnTo>
                  <a:lnTo>
                    <a:pt x="43699" y="213360"/>
                  </a:lnTo>
                  <a:lnTo>
                    <a:pt x="35718" y="222250"/>
                  </a:lnTo>
                  <a:lnTo>
                    <a:pt x="35718" y="241300"/>
                  </a:lnTo>
                  <a:lnTo>
                    <a:pt x="43699" y="248920"/>
                  </a:lnTo>
                  <a:lnTo>
                    <a:pt x="214312" y="248920"/>
                  </a:lnTo>
                  <a:lnTo>
                    <a:pt x="211501" y="262890"/>
                  </a:lnTo>
                  <a:lnTo>
                    <a:pt x="203841" y="274320"/>
                  </a:lnTo>
                  <a:lnTo>
                    <a:pt x="192486" y="281940"/>
                  </a:lnTo>
                  <a:lnTo>
                    <a:pt x="178593" y="285750"/>
                  </a:lnTo>
                  <a:close/>
                </a:path>
                <a:path w="214629" h="285750">
                  <a:moveTo>
                    <a:pt x="214312" y="88900"/>
                  </a:moveTo>
                  <a:lnTo>
                    <a:pt x="170612" y="88900"/>
                  </a:lnTo>
                  <a:lnTo>
                    <a:pt x="178593" y="81280"/>
                  </a:lnTo>
                  <a:lnTo>
                    <a:pt x="178593" y="43180"/>
                  </a:lnTo>
                  <a:lnTo>
                    <a:pt x="170612" y="35560"/>
                  </a:lnTo>
                  <a:lnTo>
                    <a:pt x="214312" y="35560"/>
                  </a:lnTo>
                  <a:lnTo>
                    <a:pt x="214312" y="88900"/>
                  </a:lnTo>
                  <a:close/>
                </a:path>
                <a:path w="214629" h="285750">
                  <a:moveTo>
                    <a:pt x="102509" y="142240"/>
                  </a:moveTo>
                  <a:lnTo>
                    <a:pt x="58224" y="142240"/>
                  </a:lnTo>
                  <a:lnTo>
                    <a:pt x="62600" y="139700"/>
                  </a:lnTo>
                  <a:lnTo>
                    <a:pt x="64531" y="138430"/>
                  </a:lnTo>
                  <a:lnTo>
                    <a:pt x="67881" y="135890"/>
                  </a:lnTo>
                  <a:lnTo>
                    <a:pt x="69171" y="133350"/>
                  </a:lnTo>
                  <a:lnTo>
                    <a:pt x="70984" y="129540"/>
                  </a:lnTo>
                  <a:lnTo>
                    <a:pt x="71437" y="127000"/>
                  </a:lnTo>
                  <a:lnTo>
                    <a:pt x="71437" y="121920"/>
                  </a:lnTo>
                  <a:lnTo>
                    <a:pt x="58224" y="106680"/>
                  </a:lnTo>
                  <a:lnTo>
                    <a:pt x="102509" y="106680"/>
                  </a:lnTo>
                  <a:lnTo>
                    <a:pt x="89296" y="121920"/>
                  </a:lnTo>
                  <a:lnTo>
                    <a:pt x="89296" y="127000"/>
                  </a:lnTo>
                  <a:lnTo>
                    <a:pt x="98133" y="139700"/>
                  </a:lnTo>
                  <a:lnTo>
                    <a:pt x="102509" y="142240"/>
                  </a:lnTo>
                  <a:close/>
                </a:path>
                <a:path w="214629" h="285750">
                  <a:moveTo>
                    <a:pt x="156087" y="142240"/>
                  </a:moveTo>
                  <a:lnTo>
                    <a:pt x="111802" y="142240"/>
                  </a:lnTo>
                  <a:lnTo>
                    <a:pt x="116178" y="139700"/>
                  </a:lnTo>
                  <a:lnTo>
                    <a:pt x="118110" y="138430"/>
                  </a:lnTo>
                  <a:lnTo>
                    <a:pt x="121459" y="135890"/>
                  </a:lnTo>
                  <a:lnTo>
                    <a:pt x="122749" y="133350"/>
                  </a:lnTo>
                  <a:lnTo>
                    <a:pt x="124562" y="129540"/>
                  </a:lnTo>
                  <a:lnTo>
                    <a:pt x="125015" y="127000"/>
                  </a:lnTo>
                  <a:lnTo>
                    <a:pt x="125015" y="121920"/>
                  </a:lnTo>
                  <a:lnTo>
                    <a:pt x="111802" y="106680"/>
                  </a:lnTo>
                  <a:lnTo>
                    <a:pt x="156087" y="106680"/>
                  </a:lnTo>
                  <a:lnTo>
                    <a:pt x="142874" y="121920"/>
                  </a:lnTo>
                  <a:lnTo>
                    <a:pt x="142874" y="127000"/>
                  </a:lnTo>
                  <a:lnTo>
                    <a:pt x="151711" y="139700"/>
                  </a:lnTo>
                  <a:lnTo>
                    <a:pt x="156087" y="142240"/>
                  </a:lnTo>
                  <a:close/>
                </a:path>
                <a:path w="214629" h="285750">
                  <a:moveTo>
                    <a:pt x="214312" y="142240"/>
                  </a:moveTo>
                  <a:lnTo>
                    <a:pt x="165380" y="142240"/>
                  </a:lnTo>
                  <a:lnTo>
                    <a:pt x="169756" y="139700"/>
                  </a:lnTo>
                  <a:lnTo>
                    <a:pt x="171688" y="138430"/>
                  </a:lnTo>
                  <a:lnTo>
                    <a:pt x="175037" y="135890"/>
                  </a:lnTo>
                  <a:lnTo>
                    <a:pt x="176327" y="133350"/>
                  </a:lnTo>
                  <a:lnTo>
                    <a:pt x="178140" y="129540"/>
                  </a:lnTo>
                  <a:lnTo>
                    <a:pt x="178593" y="127000"/>
                  </a:lnTo>
                  <a:lnTo>
                    <a:pt x="178593" y="121920"/>
                  </a:lnTo>
                  <a:lnTo>
                    <a:pt x="165380" y="106680"/>
                  </a:lnTo>
                  <a:lnTo>
                    <a:pt x="214312" y="106680"/>
                  </a:lnTo>
                  <a:lnTo>
                    <a:pt x="214312" y="142240"/>
                  </a:lnTo>
                  <a:close/>
                </a:path>
                <a:path w="214629" h="285750">
                  <a:moveTo>
                    <a:pt x="102509" y="195580"/>
                  </a:moveTo>
                  <a:lnTo>
                    <a:pt x="58224" y="195580"/>
                  </a:lnTo>
                  <a:lnTo>
                    <a:pt x="62600" y="193040"/>
                  </a:lnTo>
                  <a:lnTo>
                    <a:pt x="64531" y="191770"/>
                  </a:lnTo>
                  <a:lnTo>
                    <a:pt x="67881" y="189230"/>
                  </a:lnTo>
                  <a:lnTo>
                    <a:pt x="69171" y="186690"/>
                  </a:lnTo>
                  <a:lnTo>
                    <a:pt x="70984" y="182880"/>
                  </a:lnTo>
                  <a:lnTo>
                    <a:pt x="71437" y="180340"/>
                  </a:lnTo>
                  <a:lnTo>
                    <a:pt x="71437" y="175260"/>
                  </a:lnTo>
                  <a:lnTo>
                    <a:pt x="58224" y="160020"/>
                  </a:lnTo>
                  <a:lnTo>
                    <a:pt x="102509" y="160020"/>
                  </a:lnTo>
                  <a:lnTo>
                    <a:pt x="89296" y="175260"/>
                  </a:lnTo>
                  <a:lnTo>
                    <a:pt x="89296" y="180340"/>
                  </a:lnTo>
                  <a:lnTo>
                    <a:pt x="98133" y="193040"/>
                  </a:lnTo>
                  <a:lnTo>
                    <a:pt x="102509" y="195580"/>
                  </a:lnTo>
                  <a:close/>
                </a:path>
                <a:path w="214629" h="285750">
                  <a:moveTo>
                    <a:pt x="156087" y="195580"/>
                  </a:moveTo>
                  <a:lnTo>
                    <a:pt x="111802" y="195580"/>
                  </a:lnTo>
                  <a:lnTo>
                    <a:pt x="116178" y="193040"/>
                  </a:lnTo>
                  <a:lnTo>
                    <a:pt x="118110" y="191770"/>
                  </a:lnTo>
                  <a:lnTo>
                    <a:pt x="121459" y="189230"/>
                  </a:lnTo>
                  <a:lnTo>
                    <a:pt x="122749" y="186690"/>
                  </a:lnTo>
                  <a:lnTo>
                    <a:pt x="124562" y="182880"/>
                  </a:lnTo>
                  <a:lnTo>
                    <a:pt x="125015" y="180340"/>
                  </a:lnTo>
                  <a:lnTo>
                    <a:pt x="125015" y="175260"/>
                  </a:lnTo>
                  <a:lnTo>
                    <a:pt x="111802" y="160020"/>
                  </a:lnTo>
                  <a:lnTo>
                    <a:pt x="156087" y="160020"/>
                  </a:lnTo>
                  <a:lnTo>
                    <a:pt x="142874" y="175260"/>
                  </a:lnTo>
                  <a:lnTo>
                    <a:pt x="142874" y="180340"/>
                  </a:lnTo>
                  <a:lnTo>
                    <a:pt x="151711" y="193040"/>
                  </a:lnTo>
                  <a:lnTo>
                    <a:pt x="156087" y="195580"/>
                  </a:lnTo>
                  <a:close/>
                </a:path>
                <a:path w="214629" h="285750">
                  <a:moveTo>
                    <a:pt x="214312" y="195580"/>
                  </a:moveTo>
                  <a:lnTo>
                    <a:pt x="165380" y="195580"/>
                  </a:lnTo>
                  <a:lnTo>
                    <a:pt x="169756" y="193040"/>
                  </a:lnTo>
                  <a:lnTo>
                    <a:pt x="171688" y="191770"/>
                  </a:lnTo>
                  <a:lnTo>
                    <a:pt x="175037" y="189230"/>
                  </a:lnTo>
                  <a:lnTo>
                    <a:pt x="176327" y="186690"/>
                  </a:lnTo>
                  <a:lnTo>
                    <a:pt x="178140" y="182880"/>
                  </a:lnTo>
                  <a:lnTo>
                    <a:pt x="178593" y="180340"/>
                  </a:lnTo>
                  <a:lnTo>
                    <a:pt x="178593" y="175260"/>
                  </a:lnTo>
                  <a:lnTo>
                    <a:pt x="165380" y="160020"/>
                  </a:lnTo>
                  <a:lnTo>
                    <a:pt x="214312" y="160020"/>
                  </a:lnTo>
                  <a:lnTo>
                    <a:pt x="214312" y="195580"/>
                  </a:lnTo>
                  <a:close/>
                </a:path>
                <a:path w="214629" h="285750">
                  <a:moveTo>
                    <a:pt x="156087" y="248920"/>
                  </a:moveTo>
                  <a:lnTo>
                    <a:pt x="117034" y="248920"/>
                  </a:lnTo>
                  <a:lnTo>
                    <a:pt x="125015" y="241300"/>
                  </a:lnTo>
                  <a:lnTo>
                    <a:pt x="125015" y="222250"/>
                  </a:lnTo>
                  <a:lnTo>
                    <a:pt x="117034" y="213360"/>
                  </a:lnTo>
                  <a:lnTo>
                    <a:pt x="158366" y="213360"/>
                  </a:lnTo>
                  <a:lnTo>
                    <a:pt x="156087" y="214630"/>
                  </a:lnTo>
                  <a:lnTo>
                    <a:pt x="151711" y="215900"/>
                  </a:lnTo>
                  <a:lnTo>
                    <a:pt x="149780" y="217170"/>
                  </a:lnTo>
                  <a:lnTo>
                    <a:pt x="146431" y="220980"/>
                  </a:lnTo>
                  <a:lnTo>
                    <a:pt x="145140" y="222250"/>
                  </a:lnTo>
                  <a:lnTo>
                    <a:pt x="142874" y="228600"/>
                  </a:lnTo>
                  <a:lnTo>
                    <a:pt x="142874" y="233680"/>
                  </a:lnTo>
                  <a:lnTo>
                    <a:pt x="143328" y="236220"/>
                  </a:lnTo>
                  <a:lnTo>
                    <a:pt x="145140" y="240030"/>
                  </a:lnTo>
                  <a:lnTo>
                    <a:pt x="146431" y="242570"/>
                  </a:lnTo>
                  <a:lnTo>
                    <a:pt x="149780" y="246380"/>
                  </a:lnTo>
                  <a:lnTo>
                    <a:pt x="151711" y="247650"/>
                  </a:lnTo>
                  <a:lnTo>
                    <a:pt x="156087" y="248920"/>
                  </a:lnTo>
                  <a:close/>
                </a:path>
                <a:path w="214629" h="285750">
                  <a:moveTo>
                    <a:pt x="214312" y="248920"/>
                  </a:moveTo>
                  <a:lnTo>
                    <a:pt x="165380" y="248920"/>
                  </a:lnTo>
                  <a:lnTo>
                    <a:pt x="169756" y="247650"/>
                  </a:lnTo>
                  <a:lnTo>
                    <a:pt x="171688" y="246380"/>
                  </a:lnTo>
                  <a:lnTo>
                    <a:pt x="175037" y="242570"/>
                  </a:lnTo>
                  <a:lnTo>
                    <a:pt x="176327" y="240030"/>
                  </a:lnTo>
                  <a:lnTo>
                    <a:pt x="178140" y="236220"/>
                  </a:lnTo>
                  <a:lnTo>
                    <a:pt x="178593" y="233680"/>
                  </a:lnTo>
                  <a:lnTo>
                    <a:pt x="178593" y="228600"/>
                  </a:lnTo>
                  <a:lnTo>
                    <a:pt x="176327" y="222250"/>
                  </a:lnTo>
                  <a:lnTo>
                    <a:pt x="175037" y="220980"/>
                  </a:lnTo>
                  <a:lnTo>
                    <a:pt x="171688" y="217170"/>
                  </a:lnTo>
                  <a:lnTo>
                    <a:pt x="169756" y="215900"/>
                  </a:lnTo>
                  <a:lnTo>
                    <a:pt x="165380" y="214630"/>
                  </a:lnTo>
                  <a:lnTo>
                    <a:pt x="163102" y="213360"/>
                  </a:lnTo>
                  <a:lnTo>
                    <a:pt x="214312" y="213360"/>
                  </a:lnTo>
                  <a:lnTo>
                    <a:pt x="214312" y="248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265" name="object 56">
            <a:extLst>
              <a:ext uri="{FF2B5EF4-FFF2-40B4-BE49-F238E27FC236}">
                <a16:creationId xmlns:a16="http://schemas.microsoft.com/office/drawing/2014/main" id="{054D079B-D73E-C932-F5E7-655D49F2283A}"/>
              </a:ext>
            </a:extLst>
          </p:cNvPr>
          <p:cNvSpPr txBox="1"/>
          <p:nvPr/>
        </p:nvSpPr>
        <p:spPr>
          <a:xfrm>
            <a:off x="7059083" y="4197944"/>
            <a:ext cx="905933" cy="374312"/>
          </a:xfrm>
          <a:prstGeom prst="rect">
            <a:avLst/>
          </a:prstGeom>
        </p:spPr>
        <p:txBody>
          <a:bodyPr vert="horz" wrap="square" lIns="0" tIns="2963" rIns="0" bIns="0" rtlCol="0">
            <a:spAutoFit/>
          </a:bodyPr>
          <a:lstStyle/>
          <a:p>
            <a:pPr marL="144787" marR="3387" indent="-136743" algn="ctr">
              <a:lnSpc>
                <a:spcPct val="102899"/>
              </a:lnSpc>
              <a:spcBef>
                <a:spcPts val="23"/>
              </a:spcBef>
            </a:pP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비용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투명성</a:t>
            </a:r>
            <a:r>
              <a:rPr lang="en-US"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3" dirty="0" err="1">
                <a:latin typeface="SUIT ExtraBold" pitchFamily="2" charset="-127"/>
                <a:ea typeface="SUIT ExtraBold" pitchFamily="2" charset="-127"/>
                <a:cs typeface="Malgun Gothic"/>
              </a:rPr>
              <a:t>확보</a:t>
            </a:r>
            <a:r>
              <a:rPr sz="1200" b="1" spc="-2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endParaRPr lang="en-US" sz="1200" b="1" spc="-233" dirty="0">
              <a:latin typeface="SUIT ExtraBold" pitchFamily="2" charset="-127"/>
              <a:ea typeface="SUIT ExtraBold" pitchFamily="2" charset="-127"/>
              <a:cs typeface="Malgun Gothic"/>
            </a:endParaRPr>
          </a:p>
          <a:p>
            <a:pPr marL="144787" marR="3387" indent="-136743" algn="ctr">
              <a:lnSpc>
                <a:spcPct val="102899"/>
              </a:lnSpc>
              <a:spcBef>
                <a:spcPts val="23"/>
              </a:spcBef>
            </a:pPr>
            <a:r>
              <a:rPr sz="1200" b="1" spc="-87" dirty="0">
                <a:latin typeface="SUIT ExtraBold" pitchFamily="2" charset="-127"/>
                <a:ea typeface="SUIT ExtraBold" pitchFamily="2" charset="-127"/>
                <a:cs typeface="Noto Sans JP"/>
              </a:rPr>
              <a:t>(TCO</a:t>
            </a:r>
            <a:r>
              <a:rPr sz="1200" b="1" spc="37" dirty="0">
                <a:latin typeface="SUIT ExtraBold" pitchFamily="2" charset="-127"/>
                <a:ea typeface="SUIT ExtraBold" pitchFamily="2" charset="-127"/>
                <a:cs typeface="Noto Sans JP"/>
              </a:rPr>
              <a:t> </a:t>
            </a:r>
            <a:r>
              <a:rPr sz="1200" b="1" spc="-17" dirty="0">
                <a:latin typeface="SUIT ExtraBold" pitchFamily="2" charset="-127"/>
                <a:ea typeface="SUIT ExtraBold" pitchFamily="2" charset="-127"/>
                <a:cs typeface="Malgun Gothic"/>
              </a:rPr>
              <a:t>기반</a:t>
            </a:r>
            <a:r>
              <a:rPr sz="1200" b="1" spc="-17" dirty="0">
                <a:latin typeface="SUIT ExtraBold" pitchFamily="2" charset="-127"/>
                <a:ea typeface="SUIT ExtraBold" pitchFamily="2" charset="-127"/>
                <a:cs typeface="Noto Sans JP"/>
              </a:rPr>
              <a:t>)</a:t>
            </a:r>
            <a:endParaRPr sz="1200" dirty="0">
              <a:latin typeface="SUIT ExtraBold" pitchFamily="2" charset="-127"/>
              <a:ea typeface="SUIT ExtraBold" pitchFamily="2" charset="-127"/>
              <a:cs typeface="Noto Sans JP"/>
            </a:endParaRPr>
          </a:p>
        </p:txBody>
      </p:sp>
      <p:sp>
        <p:nvSpPr>
          <p:cNvPr id="270" name="object 61">
            <a:extLst>
              <a:ext uri="{FF2B5EF4-FFF2-40B4-BE49-F238E27FC236}">
                <a16:creationId xmlns:a16="http://schemas.microsoft.com/office/drawing/2014/main" id="{DBCBE59C-2BC6-D918-C1E7-56A62A520783}"/>
              </a:ext>
            </a:extLst>
          </p:cNvPr>
          <p:cNvSpPr txBox="1"/>
          <p:nvPr/>
        </p:nvSpPr>
        <p:spPr>
          <a:xfrm>
            <a:off x="6557433" y="4676999"/>
            <a:ext cx="1948212" cy="6191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9917" indent="-171450"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실제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리소스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사용량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기반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비용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 err="1">
                <a:latin typeface="SUIT" pitchFamily="2" charset="-127"/>
                <a:ea typeface="SUIT" pitchFamily="2" charset="-127"/>
                <a:cs typeface="Dotum"/>
              </a:rPr>
              <a:t>산정</a:t>
            </a:r>
            <a:endParaRPr lang="en-US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marR="3387" indent="-171450">
              <a:lnSpc>
                <a:spcPct val="148100"/>
              </a:lnSpc>
              <a:spcBef>
                <a:spcPts val="67"/>
              </a:spcBef>
              <a:buFont typeface="Wingdings" panose="05000000000000000000" pitchFamily="2" charset="2"/>
              <a:buChar char="ü"/>
            </a:pPr>
            <a:r>
              <a:rPr lang="en-US" altLang="ko-KR" sz="1000" spc="-103" dirty="0" err="1">
                <a:latin typeface="SUIT" pitchFamily="2" charset="-127"/>
                <a:ea typeface="SUIT" pitchFamily="2" charset="-127"/>
                <a:cs typeface="Noto Sans JP"/>
              </a:rPr>
              <a:t>CapEx</a:t>
            </a:r>
            <a:r>
              <a:rPr lang="ko-KR" altLang="en-US" sz="1000" spc="-103" dirty="0">
                <a:latin typeface="SUIT" pitchFamily="2" charset="-127"/>
                <a:ea typeface="SUIT" pitchFamily="2" charset="-127"/>
                <a:cs typeface="Dotum"/>
              </a:rPr>
              <a:t>에서</a:t>
            </a:r>
            <a:r>
              <a:rPr lang="ko-KR" altLang="en-US" sz="1000" spc="-6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altLang="ko-KR" sz="1000" spc="-73" dirty="0" err="1">
                <a:latin typeface="SUIT" pitchFamily="2" charset="-127"/>
                <a:ea typeface="SUIT" pitchFamily="2" charset="-127"/>
                <a:cs typeface="Noto Sans JP"/>
              </a:rPr>
              <a:t>OpEx</a:t>
            </a:r>
            <a:r>
              <a:rPr lang="ko-KR" altLang="en-US" sz="1000" spc="37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모델로</a:t>
            </a:r>
            <a:r>
              <a:rPr lang="ko-KR" altLang="en-US" sz="1000" spc="-57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전환</a:t>
            </a:r>
            <a:endParaRPr lang="ko-KR" altLang="en-US" sz="1000" spc="333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marR="3387" indent="-171450">
              <a:lnSpc>
                <a:spcPct val="148100"/>
              </a:lnSpc>
              <a:spcBef>
                <a:spcPts val="67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장기적 </a:t>
            </a:r>
            <a:r>
              <a:rPr lang="ko-KR" altLang="en-US"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altLang="ko-KR" sz="1000" spc="-30" dirty="0">
                <a:latin typeface="SUIT" pitchFamily="2" charset="-127"/>
                <a:ea typeface="SUIT" pitchFamily="2" charset="-127"/>
                <a:cs typeface="Noto Sans JP"/>
              </a:rPr>
              <a:t>IT</a:t>
            </a:r>
            <a:r>
              <a:rPr lang="ko-KR" altLang="en-US" sz="1000" spc="3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비용</a:t>
            </a:r>
            <a:r>
              <a:rPr lang="ko-KR" altLang="en-US" sz="1000" spc="-76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예측</a:t>
            </a:r>
            <a:r>
              <a:rPr lang="ko-KR" altLang="en-US" sz="1000" spc="-76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lang="ko-KR" altLang="en-US" sz="1000" spc="-76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최적화</a:t>
            </a:r>
            <a:endParaRPr lang="ko-KR" altLang="en-US"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72" name="object 63">
            <a:extLst>
              <a:ext uri="{FF2B5EF4-FFF2-40B4-BE49-F238E27FC236}">
                <a16:creationId xmlns:a16="http://schemas.microsoft.com/office/drawing/2014/main" id="{AA4DF923-9679-1776-3C20-603077D36DE5}"/>
              </a:ext>
            </a:extLst>
          </p:cNvPr>
          <p:cNvGrpSpPr/>
          <p:nvPr/>
        </p:nvGrpSpPr>
        <p:grpSpPr>
          <a:xfrm>
            <a:off x="9004299" y="3397420"/>
            <a:ext cx="2679700" cy="1981200"/>
            <a:chOff x="13506448" y="4952999"/>
            <a:chExt cx="4019550" cy="2971800"/>
          </a:xfrm>
        </p:grpSpPr>
        <p:sp>
          <p:nvSpPr>
            <p:cNvPr id="273" name="object 64">
              <a:extLst>
                <a:ext uri="{FF2B5EF4-FFF2-40B4-BE49-F238E27FC236}">
                  <a16:creationId xmlns:a16="http://schemas.microsoft.com/office/drawing/2014/main" id="{91A57380-0967-9F88-194B-ED366AE75B4C}"/>
                </a:ext>
              </a:extLst>
            </p:cNvPr>
            <p:cNvSpPr/>
            <p:nvPr/>
          </p:nvSpPr>
          <p:spPr>
            <a:xfrm>
              <a:off x="13506448" y="4972049"/>
              <a:ext cx="4019550" cy="2952750"/>
            </a:xfrm>
            <a:custGeom>
              <a:avLst/>
              <a:gdLst/>
              <a:ahLst/>
              <a:cxnLst/>
              <a:rect l="l" t="t" r="r" b="b"/>
              <a:pathLst>
                <a:path w="4019550" h="2952750">
                  <a:moveTo>
                    <a:pt x="3948354" y="2952749"/>
                  </a:moveTo>
                  <a:lnTo>
                    <a:pt x="71197" y="2952749"/>
                  </a:lnTo>
                  <a:lnTo>
                    <a:pt x="66242" y="2952260"/>
                  </a:lnTo>
                  <a:lnTo>
                    <a:pt x="29703" y="2937126"/>
                  </a:lnTo>
                  <a:lnTo>
                    <a:pt x="3883" y="2901086"/>
                  </a:lnTo>
                  <a:lnTo>
                    <a:pt x="0" y="2881552"/>
                  </a:lnTo>
                  <a:lnTo>
                    <a:pt x="1" y="2876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5" y="1830"/>
                  </a:lnTo>
                  <a:lnTo>
                    <a:pt x="71197" y="0"/>
                  </a:lnTo>
                  <a:lnTo>
                    <a:pt x="3948354" y="0"/>
                  </a:lnTo>
                  <a:lnTo>
                    <a:pt x="3989844" y="11715"/>
                  </a:lnTo>
                  <a:lnTo>
                    <a:pt x="4017109" y="42319"/>
                  </a:lnTo>
                  <a:lnTo>
                    <a:pt x="4019549" y="53397"/>
                  </a:lnTo>
                  <a:lnTo>
                    <a:pt x="4019549" y="2881552"/>
                  </a:lnTo>
                  <a:lnTo>
                    <a:pt x="4003926" y="2923043"/>
                  </a:lnTo>
                  <a:lnTo>
                    <a:pt x="3967886" y="2948862"/>
                  </a:lnTo>
                  <a:lnTo>
                    <a:pt x="3953309" y="2952260"/>
                  </a:lnTo>
                  <a:lnTo>
                    <a:pt x="3948354" y="2952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74" name="object 65">
              <a:extLst>
                <a:ext uri="{FF2B5EF4-FFF2-40B4-BE49-F238E27FC236}">
                  <a16:creationId xmlns:a16="http://schemas.microsoft.com/office/drawing/2014/main" id="{99E3FAAA-9C70-3513-B7FA-C55FCDE1E726}"/>
                </a:ext>
              </a:extLst>
            </p:cNvPr>
            <p:cNvSpPr/>
            <p:nvPr/>
          </p:nvSpPr>
          <p:spPr>
            <a:xfrm>
              <a:off x="13506728" y="4952999"/>
              <a:ext cx="4019550" cy="70485"/>
            </a:xfrm>
            <a:custGeom>
              <a:avLst/>
              <a:gdLst/>
              <a:ahLst/>
              <a:cxnLst/>
              <a:rect l="l" t="t" r="r" b="b"/>
              <a:pathLst>
                <a:path w="4019550" h="70485">
                  <a:moveTo>
                    <a:pt x="0" y="70451"/>
                  </a:moveTo>
                  <a:lnTo>
                    <a:pt x="12551" y="33856"/>
                  </a:lnTo>
                  <a:lnTo>
                    <a:pt x="46760" y="5799"/>
                  </a:lnTo>
                  <a:lnTo>
                    <a:pt x="75922" y="0"/>
                  </a:lnTo>
                  <a:lnTo>
                    <a:pt x="3943072" y="0"/>
                  </a:lnTo>
                  <a:lnTo>
                    <a:pt x="3985412" y="12829"/>
                  </a:lnTo>
                  <a:lnTo>
                    <a:pt x="4008980" y="38099"/>
                  </a:lnTo>
                  <a:lnTo>
                    <a:pt x="75922" y="38099"/>
                  </a:lnTo>
                  <a:lnTo>
                    <a:pt x="68414" y="38281"/>
                  </a:lnTo>
                  <a:lnTo>
                    <a:pt x="27603" y="46732"/>
                  </a:lnTo>
                  <a:lnTo>
                    <a:pt x="1653" y="66286"/>
                  </a:lnTo>
                  <a:lnTo>
                    <a:pt x="0" y="70451"/>
                  </a:lnTo>
                  <a:close/>
                </a:path>
                <a:path w="4019550" h="70485">
                  <a:moveTo>
                    <a:pt x="4018993" y="70451"/>
                  </a:moveTo>
                  <a:lnTo>
                    <a:pt x="3985412" y="44514"/>
                  </a:lnTo>
                  <a:lnTo>
                    <a:pt x="3943072" y="38099"/>
                  </a:lnTo>
                  <a:lnTo>
                    <a:pt x="4008980" y="38099"/>
                  </a:lnTo>
                  <a:lnTo>
                    <a:pt x="4018908" y="68693"/>
                  </a:lnTo>
                  <a:lnTo>
                    <a:pt x="4018993" y="7045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75" name="object 66">
              <a:extLst>
                <a:ext uri="{FF2B5EF4-FFF2-40B4-BE49-F238E27FC236}">
                  <a16:creationId xmlns:a16="http://schemas.microsoft.com/office/drawing/2014/main" id="{367D321A-32EC-2CDB-988D-2BB2C5F6E7A3}"/>
                </a:ext>
              </a:extLst>
            </p:cNvPr>
            <p:cNvSpPr/>
            <p:nvPr/>
          </p:nvSpPr>
          <p:spPr>
            <a:xfrm>
              <a:off x="15135224" y="52196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9" y="759134"/>
                  </a:lnTo>
                  <a:lnTo>
                    <a:pt x="288423" y="750581"/>
                  </a:lnTo>
                  <a:lnTo>
                    <a:pt x="243881" y="736470"/>
                  </a:lnTo>
                  <a:lnTo>
                    <a:pt x="201396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5" y="629860"/>
                  </a:lnTo>
                  <a:lnTo>
                    <a:pt x="64208" y="592671"/>
                  </a:lnTo>
                  <a:lnTo>
                    <a:pt x="40680" y="552298"/>
                  </a:lnTo>
                  <a:lnTo>
                    <a:pt x="22271" y="509354"/>
                  </a:lnTo>
                  <a:lnTo>
                    <a:pt x="9258" y="464479"/>
                  </a:lnTo>
                  <a:lnTo>
                    <a:pt x="1835" y="418344"/>
                  </a:lnTo>
                  <a:lnTo>
                    <a:pt x="0" y="380999"/>
                  </a:lnTo>
                  <a:lnTo>
                    <a:pt x="115" y="371647"/>
                  </a:lnTo>
                  <a:lnTo>
                    <a:pt x="4124" y="325095"/>
                  </a:lnTo>
                  <a:lnTo>
                    <a:pt x="13801" y="279384"/>
                  </a:lnTo>
                  <a:lnTo>
                    <a:pt x="29001" y="235196"/>
                  </a:lnTo>
                  <a:lnTo>
                    <a:pt x="49498" y="193202"/>
                  </a:lnTo>
                  <a:lnTo>
                    <a:pt x="74977" y="154037"/>
                  </a:lnTo>
                  <a:lnTo>
                    <a:pt x="105060" y="118286"/>
                  </a:lnTo>
                  <a:lnTo>
                    <a:pt x="139296" y="86483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3" y="19230"/>
                  </a:lnTo>
                  <a:lnTo>
                    <a:pt x="306669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5" y="4123"/>
                  </a:lnTo>
                  <a:lnTo>
                    <a:pt x="482614" y="13800"/>
                  </a:lnTo>
                  <a:lnTo>
                    <a:pt x="526800" y="29001"/>
                  </a:lnTo>
                  <a:lnTo>
                    <a:pt x="568795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19" y="218100"/>
                  </a:lnTo>
                  <a:lnTo>
                    <a:pt x="742768" y="261484"/>
                  </a:lnTo>
                  <a:lnTo>
                    <a:pt x="754677" y="306670"/>
                  </a:lnTo>
                  <a:lnTo>
                    <a:pt x="760967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5" y="436904"/>
                  </a:lnTo>
                  <a:lnTo>
                    <a:pt x="748197" y="482613"/>
                  </a:lnTo>
                  <a:lnTo>
                    <a:pt x="732995" y="526801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0" y="702889"/>
                  </a:lnTo>
                  <a:lnTo>
                    <a:pt x="543897" y="725419"/>
                  </a:lnTo>
                  <a:lnTo>
                    <a:pt x="500515" y="742768"/>
                  </a:lnTo>
                  <a:lnTo>
                    <a:pt x="455328" y="754678"/>
                  </a:lnTo>
                  <a:lnTo>
                    <a:pt x="409026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276" name="object 67">
              <a:extLst>
                <a:ext uri="{FF2B5EF4-FFF2-40B4-BE49-F238E27FC236}">
                  <a16:creationId xmlns:a16="http://schemas.microsoft.com/office/drawing/2014/main" id="{6BB7893A-7A4F-96F1-768A-F6C37CE04F55}"/>
                </a:ext>
              </a:extLst>
            </p:cNvPr>
            <p:cNvSpPr/>
            <p:nvPr/>
          </p:nvSpPr>
          <p:spPr>
            <a:xfrm>
              <a:off x="15392400" y="5457824"/>
              <a:ext cx="250190" cy="285750"/>
            </a:xfrm>
            <a:custGeom>
              <a:avLst/>
              <a:gdLst/>
              <a:ahLst/>
              <a:cxnLst/>
              <a:rect l="l" t="t" r="r" b="b"/>
              <a:pathLst>
                <a:path w="250190" h="285750">
                  <a:moveTo>
                    <a:pt x="125015" y="116085"/>
                  </a:moveTo>
                  <a:lnTo>
                    <a:pt x="76356" y="112578"/>
                  </a:lnTo>
                  <a:lnTo>
                    <a:pt x="36618" y="103012"/>
                  </a:lnTo>
                  <a:lnTo>
                    <a:pt x="9825" y="88820"/>
                  </a:lnTo>
                  <a:lnTo>
                    <a:pt x="0" y="71437"/>
                  </a:lnTo>
                  <a:lnTo>
                    <a:pt x="0" y="44648"/>
                  </a:lnTo>
                  <a:lnTo>
                    <a:pt x="9825" y="27265"/>
                  </a:lnTo>
                  <a:lnTo>
                    <a:pt x="36618" y="13073"/>
                  </a:lnTo>
                  <a:lnTo>
                    <a:pt x="76356" y="3507"/>
                  </a:lnTo>
                  <a:lnTo>
                    <a:pt x="125015" y="0"/>
                  </a:lnTo>
                  <a:lnTo>
                    <a:pt x="173674" y="3507"/>
                  </a:lnTo>
                  <a:lnTo>
                    <a:pt x="213412" y="13073"/>
                  </a:lnTo>
                  <a:lnTo>
                    <a:pt x="240205" y="27265"/>
                  </a:lnTo>
                  <a:lnTo>
                    <a:pt x="250031" y="44648"/>
                  </a:lnTo>
                  <a:lnTo>
                    <a:pt x="250031" y="71437"/>
                  </a:lnTo>
                  <a:lnTo>
                    <a:pt x="240205" y="88820"/>
                  </a:lnTo>
                  <a:lnTo>
                    <a:pt x="213412" y="103012"/>
                  </a:lnTo>
                  <a:lnTo>
                    <a:pt x="173674" y="112578"/>
                  </a:lnTo>
                  <a:lnTo>
                    <a:pt x="125015" y="116085"/>
                  </a:lnTo>
                  <a:close/>
                </a:path>
                <a:path w="250190" h="285750">
                  <a:moveTo>
                    <a:pt x="125015" y="205382"/>
                  </a:moveTo>
                  <a:lnTo>
                    <a:pt x="76356" y="201875"/>
                  </a:lnTo>
                  <a:lnTo>
                    <a:pt x="36618" y="192309"/>
                  </a:lnTo>
                  <a:lnTo>
                    <a:pt x="9825" y="178117"/>
                  </a:lnTo>
                  <a:lnTo>
                    <a:pt x="0" y="160734"/>
                  </a:lnTo>
                  <a:lnTo>
                    <a:pt x="0" y="103863"/>
                  </a:lnTo>
                  <a:lnTo>
                    <a:pt x="6621" y="108531"/>
                  </a:lnTo>
                  <a:lnTo>
                    <a:pt x="14020" y="112744"/>
                  </a:lnTo>
                  <a:lnTo>
                    <a:pt x="50848" y="125798"/>
                  </a:lnTo>
                  <a:lnTo>
                    <a:pt x="98598" y="132994"/>
                  </a:lnTo>
                  <a:lnTo>
                    <a:pt x="125015" y="133945"/>
                  </a:lnTo>
                  <a:lnTo>
                    <a:pt x="250031" y="133945"/>
                  </a:lnTo>
                  <a:lnTo>
                    <a:pt x="250031" y="160734"/>
                  </a:lnTo>
                  <a:lnTo>
                    <a:pt x="240205" y="178117"/>
                  </a:lnTo>
                  <a:lnTo>
                    <a:pt x="213412" y="192309"/>
                  </a:lnTo>
                  <a:lnTo>
                    <a:pt x="173674" y="201875"/>
                  </a:lnTo>
                  <a:lnTo>
                    <a:pt x="125015" y="205382"/>
                  </a:lnTo>
                  <a:close/>
                </a:path>
                <a:path w="250190" h="285750">
                  <a:moveTo>
                    <a:pt x="250031" y="133945"/>
                  </a:moveTo>
                  <a:lnTo>
                    <a:pt x="125015" y="133945"/>
                  </a:lnTo>
                  <a:lnTo>
                    <a:pt x="151433" y="132994"/>
                  </a:lnTo>
                  <a:lnTo>
                    <a:pt x="176333" y="130233"/>
                  </a:lnTo>
                  <a:lnTo>
                    <a:pt x="219447" y="119825"/>
                  </a:lnTo>
                  <a:lnTo>
                    <a:pt x="250031" y="103863"/>
                  </a:lnTo>
                  <a:lnTo>
                    <a:pt x="250031" y="133945"/>
                  </a:lnTo>
                  <a:close/>
                </a:path>
                <a:path w="250190" h="285750">
                  <a:moveTo>
                    <a:pt x="125015" y="285750"/>
                  </a:moveTo>
                  <a:lnTo>
                    <a:pt x="76356" y="282242"/>
                  </a:lnTo>
                  <a:lnTo>
                    <a:pt x="36618" y="272676"/>
                  </a:lnTo>
                  <a:lnTo>
                    <a:pt x="9825" y="258484"/>
                  </a:lnTo>
                  <a:lnTo>
                    <a:pt x="0" y="241101"/>
                  </a:lnTo>
                  <a:lnTo>
                    <a:pt x="0" y="193160"/>
                  </a:lnTo>
                  <a:lnTo>
                    <a:pt x="6621" y="197828"/>
                  </a:lnTo>
                  <a:lnTo>
                    <a:pt x="14020" y="202041"/>
                  </a:lnTo>
                  <a:lnTo>
                    <a:pt x="50848" y="215095"/>
                  </a:lnTo>
                  <a:lnTo>
                    <a:pt x="98598" y="222291"/>
                  </a:lnTo>
                  <a:lnTo>
                    <a:pt x="125015" y="223242"/>
                  </a:lnTo>
                  <a:lnTo>
                    <a:pt x="250031" y="223242"/>
                  </a:lnTo>
                  <a:lnTo>
                    <a:pt x="250031" y="241101"/>
                  </a:lnTo>
                  <a:lnTo>
                    <a:pt x="240205" y="258484"/>
                  </a:lnTo>
                  <a:lnTo>
                    <a:pt x="213412" y="272676"/>
                  </a:lnTo>
                  <a:lnTo>
                    <a:pt x="173674" y="282242"/>
                  </a:lnTo>
                  <a:lnTo>
                    <a:pt x="125015" y="285750"/>
                  </a:lnTo>
                  <a:close/>
                </a:path>
                <a:path w="250190" h="285750">
                  <a:moveTo>
                    <a:pt x="250031" y="223242"/>
                  </a:moveTo>
                  <a:lnTo>
                    <a:pt x="125015" y="223242"/>
                  </a:lnTo>
                  <a:lnTo>
                    <a:pt x="151433" y="222291"/>
                  </a:lnTo>
                  <a:lnTo>
                    <a:pt x="176333" y="219530"/>
                  </a:lnTo>
                  <a:lnTo>
                    <a:pt x="219447" y="209122"/>
                  </a:lnTo>
                  <a:lnTo>
                    <a:pt x="250031" y="193160"/>
                  </a:lnTo>
                  <a:lnTo>
                    <a:pt x="250031" y="2232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277" name="object 68">
            <a:extLst>
              <a:ext uri="{FF2B5EF4-FFF2-40B4-BE49-F238E27FC236}">
                <a16:creationId xmlns:a16="http://schemas.microsoft.com/office/drawing/2014/main" id="{94551F59-6F28-20F3-B0BE-83BD9C35A92C}"/>
              </a:ext>
            </a:extLst>
          </p:cNvPr>
          <p:cNvSpPr txBox="1"/>
          <p:nvPr/>
        </p:nvSpPr>
        <p:spPr>
          <a:xfrm>
            <a:off x="9608460" y="4197943"/>
            <a:ext cx="1191814" cy="374312"/>
          </a:xfrm>
          <a:prstGeom prst="rect">
            <a:avLst/>
          </a:prstGeom>
        </p:spPr>
        <p:txBody>
          <a:bodyPr vert="horz" wrap="square" lIns="0" tIns="2963" rIns="0" bIns="0" rtlCol="0">
            <a:spAutoFit/>
          </a:bodyPr>
          <a:lstStyle/>
          <a:p>
            <a:pPr marL="8467" marR="3387" indent="192626" algn="ctr">
              <a:lnSpc>
                <a:spcPct val="102899"/>
              </a:lnSpc>
              <a:spcBef>
                <a:spcPts val="23"/>
              </a:spcBef>
            </a:pP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데이터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3" dirty="0" err="1">
                <a:latin typeface="SUIT ExtraBold" pitchFamily="2" charset="-127"/>
                <a:ea typeface="SUIT ExtraBold" pitchFamily="2" charset="-127"/>
                <a:cs typeface="Malgun Gothic"/>
              </a:rPr>
              <a:t>기반</a:t>
            </a:r>
            <a:r>
              <a:rPr lang="en-US" sz="1200" b="1" spc="-2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</a:p>
          <a:p>
            <a:pPr marL="8467" marR="3387" indent="192626" algn="ctr">
              <a:lnSpc>
                <a:spcPct val="102899"/>
              </a:lnSpc>
              <a:spcBef>
                <a:spcPts val="23"/>
              </a:spcBef>
            </a:pPr>
            <a:r>
              <a:rPr sz="1200" b="1" spc="-2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클라우드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17" dirty="0" err="1">
                <a:latin typeface="SUIT ExtraBold" pitchFamily="2" charset="-127"/>
                <a:ea typeface="SUIT ExtraBold" pitchFamily="2" charset="-127"/>
                <a:cs typeface="Malgun Gothic"/>
              </a:rPr>
              <a:t>전환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en-US"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3" dirty="0" err="1">
                <a:latin typeface="SUIT ExtraBold" pitchFamily="2" charset="-127"/>
                <a:ea typeface="SUIT ExtraBold" pitchFamily="2" charset="-127"/>
                <a:cs typeface="Malgun Gothic"/>
              </a:rPr>
              <a:t>평가</a:t>
            </a:r>
            <a:endParaRPr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282" name="object 73">
            <a:extLst>
              <a:ext uri="{FF2B5EF4-FFF2-40B4-BE49-F238E27FC236}">
                <a16:creationId xmlns:a16="http://schemas.microsoft.com/office/drawing/2014/main" id="{167541B4-4961-A3A0-888F-A105DDA1915E}"/>
              </a:ext>
            </a:extLst>
          </p:cNvPr>
          <p:cNvSpPr txBox="1"/>
          <p:nvPr/>
        </p:nvSpPr>
        <p:spPr>
          <a:xfrm>
            <a:off x="9389533" y="4599365"/>
            <a:ext cx="2005961" cy="70147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객관적</a:t>
            </a:r>
            <a:r>
              <a:rPr sz="1000" spc="-8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1000" spc="-8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자산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현황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 err="1">
                <a:latin typeface="SUIT" pitchFamily="2" charset="-127"/>
                <a:ea typeface="SUIT" pitchFamily="2" charset="-127"/>
                <a:cs typeface="Dotum"/>
              </a:rPr>
              <a:t>성능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 err="1">
                <a:latin typeface="SUIT" pitchFamily="2" charset="-127"/>
                <a:ea typeface="SUIT" pitchFamily="2" charset="-127"/>
                <a:cs typeface="Dotum"/>
              </a:rPr>
              <a:t>분석</a:t>
            </a:r>
            <a:endParaRPr lang="en-US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마이그레이션</a:t>
            </a:r>
            <a:r>
              <a:rPr lang="ko-KR" altLang="en-US" sz="1000" spc="-67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준비도 </a:t>
            </a:r>
            <a:r>
              <a:rPr lang="ko-KR" altLang="en-US"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평가</a:t>
            </a:r>
            <a:endParaRPr lang="en-US" altLang="ko-KR" sz="1000" spc="-190" dirty="0">
              <a:latin typeface="SUIT" pitchFamily="2" charset="-127"/>
              <a:ea typeface="SUIT" pitchFamily="2" charset="-127"/>
              <a:cs typeface="Dotum"/>
            </a:endParaRPr>
          </a:p>
          <a:p>
            <a:pPr marL="179917" indent="-171450">
              <a:lnSpc>
                <a:spcPct val="150000"/>
              </a:lnSpc>
              <a:spcBef>
                <a:spcPts val="70"/>
              </a:spcBef>
              <a:buFont typeface="Wingdings" panose="05000000000000000000" pitchFamily="2" charset="2"/>
              <a:buChar char="ü"/>
            </a:pP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단계적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전환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계획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수립</a:t>
            </a:r>
            <a:r>
              <a:rPr lang="ko-KR" altLang="en-US"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73" dirty="0">
                <a:latin typeface="SUIT" pitchFamily="2" charset="-127"/>
                <a:ea typeface="SUIT" pitchFamily="2" charset="-127"/>
                <a:cs typeface="Dotum"/>
              </a:rPr>
              <a:t>기반 </a:t>
            </a:r>
            <a:r>
              <a:rPr lang="ko-KR" altLang="en-US"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ko-KR" altLang="en-US" sz="1000" spc="-190" dirty="0">
                <a:latin typeface="SUIT" pitchFamily="2" charset="-127"/>
                <a:ea typeface="SUIT" pitchFamily="2" charset="-127"/>
                <a:cs typeface="Dotum"/>
              </a:rPr>
              <a:t>확보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1CF31AF1-DADB-DE15-417D-A7C54ED48ABE}"/>
              </a:ext>
            </a:extLst>
          </p:cNvPr>
          <p:cNvSpPr txBox="1"/>
          <p:nvPr/>
        </p:nvSpPr>
        <p:spPr>
          <a:xfrm>
            <a:off x="1010230" y="1593565"/>
            <a:ext cx="365262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노후화된 </a:t>
            </a:r>
            <a:r>
              <a:rPr lang="ko-KR" altLang="en-US" sz="1400" b="1" dirty="0" err="1"/>
              <a:t>온프레미스</a:t>
            </a:r>
            <a:r>
              <a:rPr lang="ko-KR" altLang="en-US" sz="1400" b="1" dirty="0"/>
              <a:t> 인프라</a:t>
            </a:r>
          </a:p>
          <a:p>
            <a:r>
              <a:rPr lang="ko-KR" altLang="en-US" sz="1050" dirty="0">
                <a:latin typeface="SUIT" pitchFamily="2" charset="-127"/>
                <a:ea typeface="SUIT" pitchFamily="2" charset="-127"/>
              </a:rPr>
              <a:t>다수의 서버  장비 노후화 및 관리 복잡성 증가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BEE9B07-35C1-7CE7-5BD5-61284BEC1587}"/>
              </a:ext>
            </a:extLst>
          </p:cNvPr>
          <p:cNvSpPr txBox="1"/>
          <p:nvPr/>
        </p:nvSpPr>
        <p:spPr>
          <a:xfrm>
            <a:off x="1010230" y="2167996"/>
            <a:ext cx="407172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멀티 클라우드  환경</a:t>
            </a:r>
          </a:p>
          <a:p>
            <a:r>
              <a:rPr lang="ko-KR" altLang="en-US" sz="1050" dirty="0" err="1">
                <a:latin typeface="SUIT" pitchFamily="2" charset="-127"/>
                <a:ea typeface="SUIT" pitchFamily="2" charset="-127"/>
              </a:rPr>
              <a:t>온프레미스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, KT Cloud, AWS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등 분산 된  환경으로 통합 관리 어려움</a:t>
            </a:r>
          </a:p>
        </p:txBody>
      </p:sp>
    </p:spTree>
    <p:extLst>
      <p:ext uri="{BB962C8B-B14F-4D97-AF65-F5344CB8AC3E}">
        <p14:creationId xmlns:p14="http://schemas.microsoft.com/office/powerpoint/2010/main" val="18954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13A4-0C34-1E2C-F65D-09A9EEB5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E67996-3018-E203-2A26-E1FA8B26231A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216661-3447-242F-8BD6-8F4250546DC6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A3833E8A-796F-ACE9-700A-F178AACF5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A28CAD-4607-382F-B69B-8CC99938DF6B}"/>
              </a:ext>
            </a:extLst>
          </p:cNvPr>
          <p:cNvSpPr txBox="1"/>
          <p:nvPr/>
        </p:nvSpPr>
        <p:spPr>
          <a:xfrm>
            <a:off x="122816" y="174903"/>
            <a:ext cx="8115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02</a:t>
            </a: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고객사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IT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환경 현황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29EEC-02BC-A474-3A8D-78C933A7FD53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7755EDE-A366-FD2B-68A8-358B6484A8FA}"/>
              </a:ext>
            </a:extLst>
          </p:cNvPr>
          <p:cNvSpPr/>
          <p:nvPr/>
        </p:nvSpPr>
        <p:spPr>
          <a:xfrm>
            <a:off x="525251" y="3697903"/>
            <a:ext cx="5435600" cy="2133600"/>
          </a:xfrm>
          <a:custGeom>
            <a:avLst/>
            <a:gdLst/>
            <a:ahLst/>
            <a:cxnLst/>
            <a:rect l="l" t="t" r="r" b="b"/>
            <a:pathLst>
              <a:path w="8153400" h="3200400">
                <a:moveTo>
                  <a:pt x="8082202" y="3200399"/>
                </a:moveTo>
                <a:lnTo>
                  <a:pt x="71196" y="3200399"/>
                </a:lnTo>
                <a:lnTo>
                  <a:pt x="66241" y="3199910"/>
                </a:lnTo>
                <a:lnTo>
                  <a:pt x="29705" y="3184777"/>
                </a:lnTo>
                <a:lnTo>
                  <a:pt x="3885" y="3148737"/>
                </a:lnTo>
                <a:lnTo>
                  <a:pt x="0" y="3129202"/>
                </a:lnTo>
                <a:lnTo>
                  <a:pt x="0" y="31241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8082202" y="0"/>
                </a:lnTo>
                <a:lnTo>
                  <a:pt x="8123693" y="15621"/>
                </a:lnTo>
                <a:lnTo>
                  <a:pt x="8149512" y="51661"/>
                </a:lnTo>
                <a:lnTo>
                  <a:pt x="8153398" y="71196"/>
                </a:lnTo>
                <a:lnTo>
                  <a:pt x="8153398" y="3129202"/>
                </a:lnTo>
                <a:lnTo>
                  <a:pt x="8137776" y="3170693"/>
                </a:lnTo>
                <a:lnTo>
                  <a:pt x="8101736" y="3196513"/>
                </a:lnTo>
                <a:lnTo>
                  <a:pt x="8087156" y="3199911"/>
                </a:lnTo>
                <a:lnTo>
                  <a:pt x="8082202" y="32003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E718122-368F-380B-6630-6BC6900AA68A}"/>
              </a:ext>
            </a:extLst>
          </p:cNvPr>
          <p:cNvSpPr txBox="1"/>
          <p:nvPr/>
        </p:nvSpPr>
        <p:spPr>
          <a:xfrm>
            <a:off x="516785" y="1370925"/>
            <a:ext cx="2131524" cy="257336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6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현재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운영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57" dirty="0">
                <a:latin typeface="SUIT ExtraBold" pitchFamily="2" charset="-127"/>
                <a:ea typeface="SUIT ExtraBold" pitchFamily="2" charset="-127"/>
                <a:cs typeface="Malgun Gothic"/>
              </a:rPr>
              <a:t>환경</a:t>
            </a:r>
            <a:endParaRPr sz="16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BDFBDD4B-44E6-F945-E589-0B14EE9954C2}"/>
              </a:ext>
            </a:extLst>
          </p:cNvPr>
          <p:cNvGrpSpPr/>
          <p:nvPr/>
        </p:nvGrpSpPr>
        <p:grpSpPr>
          <a:xfrm>
            <a:off x="525252" y="1742103"/>
            <a:ext cx="1708150" cy="1346200"/>
            <a:chOff x="761999" y="2133599"/>
            <a:chExt cx="2562225" cy="2019300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B4A16539-A422-40C8-944E-1055EA7C456C}"/>
                </a:ext>
              </a:extLst>
            </p:cNvPr>
            <p:cNvSpPr/>
            <p:nvPr/>
          </p:nvSpPr>
          <p:spPr>
            <a:xfrm>
              <a:off x="761999" y="2133599"/>
              <a:ext cx="2562225" cy="2019300"/>
            </a:xfrm>
            <a:custGeom>
              <a:avLst/>
              <a:gdLst/>
              <a:ahLst/>
              <a:cxnLst/>
              <a:rect l="l" t="t" r="r" b="b"/>
              <a:pathLst>
                <a:path w="2562225" h="2019300">
                  <a:moveTo>
                    <a:pt x="2473228" y="2019299"/>
                  </a:moveTo>
                  <a:lnTo>
                    <a:pt x="88995" y="2019299"/>
                  </a:lnTo>
                  <a:lnTo>
                    <a:pt x="82801" y="2018689"/>
                  </a:lnTo>
                  <a:lnTo>
                    <a:pt x="37131" y="1999772"/>
                  </a:lnTo>
                  <a:lnTo>
                    <a:pt x="9643" y="1966278"/>
                  </a:lnTo>
                  <a:lnTo>
                    <a:pt x="0" y="1930304"/>
                  </a:lnTo>
                  <a:lnTo>
                    <a:pt x="0" y="19240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473228" y="0"/>
                  </a:lnTo>
                  <a:lnTo>
                    <a:pt x="2514692" y="12577"/>
                  </a:lnTo>
                  <a:lnTo>
                    <a:pt x="2549646" y="47531"/>
                  </a:lnTo>
                  <a:lnTo>
                    <a:pt x="2562224" y="88995"/>
                  </a:lnTo>
                  <a:lnTo>
                    <a:pt x="2562224" y="1930304"/>
                  </a:lnTo>
                  <a:lnTo>
                    <a:pt x="2549646" y="1971767"/>
                  </a:lnTo>
                  <a:lnTo>
                    <a:pt x="2514692" y="2006721"/>
                  </a:lnTo>
                  <a:lnTo>
                    <a:pt x="2479422" y="2018689"/>
                  </a:lnTo>
                  <a:lnTo>
                    <a:pt x="2473228" y="20192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AA8F3EB-82F4-5936-76BC-AD5305323B4B}"/>
                </a:ext>
              </a:extLst>
            </p:cNvPr>
            <p:cNvSpPr/>
            <p:nvPr/>
          </p:nvSpPr>
          <p:spPr>
            <a:xfrm>
              <a:off x="1743074" y="2362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1" y="596474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3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7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90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9" y="59981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3" y="603742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1970C411-E7B1-9EF9-35AE-5EEC5E07EC3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3574" y="2566987"/>
              <a:ext cx="228600" cy="200025"/>
            </a:xfrm>
            <a:prstGeom prst="rect">
              <a:avLst/>
            </a:prstGeom>
          </p:spPr>
        </p:pic>
      </p:grp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BC728D59-57CE-39F8-88EC-44B80B160874}"/>
              </a:ext>
            </a:extLst>
          </p:cNvPr>
          <p:cNvGrpSpPr/>
          <p:nvPr/>
        </p:nvGrpSpPr>
        <p:grpSpPr>
          <a:xfrm>
            <a:off x="2385801" y="1742103"/>
            <a:ext cx="1714500" cy="1346200"/>
            <a:chOff x="3552824" y="2133599"/>
            <a:chExt cx="2571750" cy="2019300"/>
          </a:xfrm>
        </p:grpSpPr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535859B9-4C65-50F4-B534-7A322C25DB8C}"/>
                </a:ext>
              </a:extLst>
            </p:cNvPr>
            <p:cNvSpPr/>
            <p:nvPr/>
          </p:nvSpPr>
          <p:spPr>
            <a:xfrm>
              <a:off x="3552824" y="2133599"/>
              <a:ext cx="2571750" cy="2019300"/>
            </a:xfrm>
            <a:custGeom>
              <a:avLst/>
              <a:gdLst/>
              <a:ahLst/>
              <a:cxnLst/>
              <a:rect l="l" t="t" r="r" b="b"/>
              <a:pathLst>
                <a:path w="2571750" h="2019300">
                  <a:moveTo>
                    <a:pt x="2482753" y="2019299"/>
                  </a:moveTo>
                  <a:lnTo>
                    <a:pt x="88995" y="2019299"/>
                  </a:lnTo>
                  <a:lnTo>
                    <a:pt x="82801" y="2018689"/>
                  </a:lnTo>
                  <a:lnTo>
                    <a:pt x="37131" y="1999772"/>
                  </a:lnTo>
                  <a:lnTo>
                    <a:pt x="9643" y="1966278"/>
                  </a:lnTo>
                  <a:lnTo>
                    <a:pt x="0" y="1930304"/>
                  </a:lnTo>
                  <a:lnTo>
                    <a:pt x="0" y="1924049"/>
                  </a:lnTo>
                  <a:lnTo>
                    <a:pt x="0" y="88995"/>
                  </a:lnTo>
                  <a:lnTo>
                    <a:pt x="12578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2482753" y="0"/>
                  </a:lnTo>
                  <a:lnTo>
                    <a:pt x="2524217" y="12577"/>
                  </a:lnTo>
                  <a:lnTo>
                    <a:pt x="2559171" y="47531"/>
                  </a:lnTo>
                  <a:lnTo>
                    <a:pt x="2571749" y="88995"/>
                  </a:lnTo>
                  <a:lnTo>
                    <a:pt x="2571749" y="1930304"/>
                  </a:lnTo>
                  <a:lnTo>
                    <a:pt x="2559171" y="1971767"/>
                  </a:lnTo>
                  <a:lnTo>
                    <a:pt x="2524217" y="2006721"/>
                  </a:lnTo>
                  <a:lnTo>
                    <a:pt x="2488948" y="2018689"/>
                  </a:lnTo>
                  <a:lnTo>
                    <a:pt x="2482753" y="20192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7A2CC57-FE96-C2BC-955F-19C5AB5894D9}"/>
                </a:ext>
              </a:extLst>
            </p:cNvPr>
            <p:cNvSpPr/>
            <p:nvPr/>
          </p:nvSpPr>
          <p:spPr>
            <a:xfrm>
              <a:off x="4533899" y="2362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1" y="596474"/>
                  </a:lnTo>
                  <a:lnTo>
                    <a:pt x="174480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4" y="17817"/>
                  </a:lnTo>
                  <a:lnTo>
                    <a:pt x="448481" y="35990"/>
                  </a:lnTo>
                  <a:lnTo>
                    <a:pt x="486368" y="59981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81" y="573609"/>
                  </a:lnTo>
                  <a:lnTo>
                    <a:pt x="407484" y="591782"/>
                  </a:lnTo>
                  <a:lnTo>
                    <a:pt x="364263" y="603742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C81B9849-63FC-37C7-9512-7015A12941FD}"/>
                </a:ext>
              </a:extLst>
            </p:cNvPr>
            <p:cNvSpPr/>
            <p:nvPr/>
          </p:nvSpPr>
          <p:spPr>
            <a:xfrm>
              <a:off x="4695825" y="2566987"/>
              <a:ext cx="285750" cy="200025"/>
            </a:xfrm>
            <a:custGeom>
              <a:avLst/>
              <a:gdLst/>
              <a:ahLst/>
              <a:cxnLst/>
              <a:rect l="l" t="t" r="r" b="b"/>
              <a:pathLst>
                <a:path w="285750" h="200025">
                  <a:moveTo>
                    <a:pt x="228600" y="200025"/>
                  </a:moveTo>
                  <a:lnTo>
                    <a:pt x="64293" y="200025"/>
                  </a:lnTo>
                  <a:lnTo>
                    <a:pt x="39273" y="194970"/>
                  </a:lnTo>
                  <a:lnTo>
                    <a:pt x="18836" y="181188"/>
                  </a:lnTo>
                  <a:lnTo>
                    <a:pt x="5054" y="160751"/>
                  </a:lnTo>
                  <a:lnTo>
                    <a:pt x="0" y="135731"/>
                  </a:lnTo>
                  <a:lnTo>
                    <a:pt x="3195" y="115658"/>
                  </a:lnTo>
                  <a:lnTo>
                    <a:pt x="12099" y="98176"/>
                  </a:lnTo>
                  <a:lnTo>
                    <a:pt x="25692" y="84302"/>
                  </a:lnTo>
                  <a:lnTo>
                    <a:pt x="42951" y="75054"/>
                  </a:lnTo>
                  <a:lnTo>
                    <a:pt x="42862" y="72643"/>
                  </a:lnTo>
                  <a:lnTo>
                    <a:pt x="42862" y="71437"/>
                  </a:lnTo>
                  <a:lnTo>
                    <a:pt x="48474" y="43624"/>
                  </a:lnTo>
                  <a:lnTo>
                    <a:pt x="63780" y="20917"/>
                  </a:lnTo>
                  <a:lnTo>
                    <a:pt x="86486" y="5611"/>
                  </a:lnTo>
                  <a:lnTo>
                    <a:pt x="114300" y="0"/>
                  </a:lnTo>
                  <a:lnTo>
                    <a:pt x="133406" y="2581"/>
                  </a:lnTo>
                  <a:lnTo>
                    <a:pt x="150554" y="9867"/>
                  </a:lnTo>
                  <a:lnTo>
                    <a:pt x="165056" y="21171"/>
                  </a:lnTo>
                  <a:lnTo>
                    <a:pt x="176227" y="35808"/>
                  </a:lnTo>
                  <a:lnTo>
                    <a:pt x="183013" y="31253"/>
                  </a:lnTo>
                  <a:lnTo>
                    <a:pt x="191229" y="28575"/>
                  </a:lnTo>
                  <a:lnTo>
                    <a:pt x="200025" y="28575"/>
                  </a:lnTo>
                  <a:lnTo>
                    <a:pt x="216705" y="31944"/>
                  </a:lnTo>
                  <a:lnTo>
                    <a:pt x="230330" y="41132"/>
                  </a:lnTo>
                  <a:lnTo>
                    <a:pt x="239517" y="54757"/>
                  </a:lnTo>
                  <a:lnTo>
                    <a:pt x="242887" y="71437"/>
                  </a:lnTo>
                  <a:lnTo>
                    <a:pt x="242887" y="76884"/>
                  </a:lnTo>
                  <a:lnTo>
                    <a:pt x="241860" y="82108"/>
                  </a:lnTo>
                  <a:lnTo>
                    <a:pt x="240029" y="86885"/>
                  </a:lnTo>
                  <a:lnTo>
                    <a:pt x="258174" y="93970"/>
                  </a:lnTo>
                  <a:lnTo>
                    <a:pt x="272668" y="106492"/>
                  </a:lnTo>
                  <a:lnTo>
                    <a:pt x="282273" y="123208"/>
                  </a:lnTo>
                  <a:lnTo>
                    <a:pt x="285750" y="142875"/>
                  </a:lnTo>
                  <a:lnTo>
                    <a:pt x="281259" y="165121"/>
                  </a:lnTo>
                  <a:lnTo>
                    <a:pt x="269012" y="183287"/>
                  </a:lnTo>
                  <a:lnTo>
                    <a:pt x="250846" y="195534"/>
                  </a:lnTo>
                  <a:lnTo>
                    <a:pt x="228600" y="200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62465CBB-C561-B30F-8C2D-78BC4A1DD6E6}"/>
              </a:ext>
            </a:extLst>
          </p:cNvPr>
          <p:cNvGrpSpPr/>
          <p:nvPr/>
        </p:nvGrpSpPr>
        <p:grpSpPr>
          <a:xfrm>
            <a:off x="4252701" y="1742103"/>
            <a:ext cx="1708150" cy="1346200"/>
            <a:chOff x="6353173" y="2133599"/>
            <a:chExt cx="2562225" cy="2019300"/>
          </a:xfrm>
        </p:grpSpPr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733EA0D2-DE57-7CA4-2CD7-85175C4FDD2A}"/>
                </a:ext>
              </a:extLst>
            </p:cNvPr>
            <p:cNvSpPr/>
            <p:nvPr/>
          </p:nvSpPr>
          <p:spPr>
            <a:xfrm>
              <a:off x="6353173" y="2133599"/>
              <a:ext cx="2562225" cy="2019300"/>
            </a:xfrm>
            <a:custGeom>
              <a:avLst/>
              <a:gdLst/>
              <a:ahLst/>
              <a:cxnLst/>
              <a:rect l="l" t="t" r="r" b="b"/>
              <a:pathLst>
                <a:path w="2562225" h="2019300">
                  <a:moveTo>
                    <a:pt x="2473229" y="2019299"/>
                  </a:moveTo>
                  <a:lnTo>
                    <a:pt x="88996" y="2019299"/>
                  </a:lnTo>
                  <a:lnTo>
                    <a:pt x="82801" y="2018689"/>
                  </a:lnTo>
                  <a:lnTo>
                    <a:pt x="37132" y="1999772"/>
                  </a:lnTo>
                  <a:lnTo>
                    <a:pt x="9643" y="1966278"/>
                  </a:lnTo>
                  <a:lnTo>
                    <a:pt x="0" y="1930304"/>
                  </a:lnTo>
                  <a:lnTo>
                    <a:pt x="0" y="19240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6" y="0"/>
                  </a:lnTo>
                  <a:lnTo>
                    <a:pt x="2473229" y="0"/>
                  </a:lnTo>
                  <a:lnTo>
                    <a:pt x="2514692" y="12577"/>
                  </a:lnTo>
                  <a:lnTo>
                    <a:pt x="2549646" y="47531"/>
                  </a:lnTo>
                  <a:lnTo>
                    <a:pt x="2562224" y="88995"/>
                  </a:lnTo>
                  <a:lnTo>
                    <a:pt x="2562224" y="1930304"/>
                  </a:lnTo>
                  <a:lnTo>
                    <a:pt x="2549646" y="1971767"/>
                  </a:lnTo>
                  <a:lnTo>
                    <a:pt x="2514691" y="2006721"/>
                  </a:lnTo>
                  <a:lnTo>
                    <a:pt x="2479423" y="2018689"/>
                  </a:lnTo>
                  <a:lnTo>
                    <a:pt x="2473229" y="20192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DB3D90C4-CD69-9D6F-4DF1-ED6EAD32FEAC}"/>
                </a:ext>
              </a:extLst>
            </p:cNvPr>
            <p:cNvSpPr/>
            <p:nvPr/>
          </p:nvSpPr>
          <p:spPr>
            <a:xfrm>
              <a:off x="7484997" y="2581310"/>
              <a:ext cx="287655" cy="172085"/>
            </a:xfrm>
            <a:custGeom>
              <a:avLst/>
              <a:gdLst/>
              <a:ahLst/>
              <a:cxnLst/>
              <a:rect l="l" t="t" r="r" b="b"/>
              <a:pathLst>
                <a:path w="287654" h="172085">
                  <a:moveTo>
                    <a:pt x="22837" y="19172"/>
                  </a:moveTo>
                  <a:lnTo>
                    <a:pt x="22417" y="18922"/>
                  </a:lnTo>
                  <a:lnTo>
                    <a:pt x="18015" y="18922"/>
                  </a:lnTo>
                  <a:lnTo>
                    <a:pt x="19377" y="9331"/>
                  </a:lnTo>
                  <a:lnTo>
                    <a:pt x="49452" y="0"/>
                  </a:lnTo>
                  <a:lnTo>
                    <a:pt x="56175" y="0"/>
                  </a:lnTo>
                  <a:lnTo>
                    <a:pt x="62675" y="1309"/>
                  </a:lnTo>
                  <a:lnTo>
                    <a:pt x="68694" y="3875"/>
                  </a:lnTo>
                  <a:lnTo>
                    <a:pt x="74317" y="7715"/>
                  </a:lnTo>
                  <a:lnTo>
                    <a:pt x="78975" y="12925"/>
                  </a:lnTo>
                  <a:lnTo>
                    <a:pt x="37928" y="12925"/>
                  </a:lnTo>
                  <a:lnTo>
                    <a:pt x="26123" y="17662"/>
                  </a:lnTo>
                  <a:lnTo>
                    <a:pt x="22837" y="19172"/>
                  </a:lnTo>
                  <a:close/>
                </a:path>
                <a:path w="287654" h="172085">
                  <a:moveTo>
                    <a:pt x="82205" y="39728"/>
                  </a:moveTo>
                  <a:lnTo>
                    <a:pt x="66597" y="39728"/>
                  </a:lnTo>
                  <a:lnTo>
                    <a:pt x="66597" y="32754"/>
                  </a:lnTo>
                  <a:lnTo>
                    <a:pt x="65868" y="24513"/>
                  </a:lnTo>
                  <a:lnTo>
                    <a:pt x="62085" y="18005"/>
                  </a:lnTo>
                  <a:lnTo>
                    <a:pt x="55557" y="13970"/>
                  </a:lnTo>
                  <a:lnTo>
                    <a:pt x="46590" y="13148"/>
                  </a:lnTo>
                  <a:lnTo>
                    <a:pt x="45370" y="13148"/>
                  </a:lnTo>
                  <a:lnTo>
                    <a:pt x="37928" y="12925"/>
                  </a:lnTo>
                  <a:lnTo>
                    <a:pt x="78975" y="12925"/>
                  </a:lnTo>
                  <a:lnTo>
                    <a:pt x="80278" y="14383"/>
                  </a:lnTo>
                  <a:lnTo>
                    <a:pt x="82908" y="22176"/>
                  </a:lnTo>
                  <a:lnTo>
                    <a:pt x="82206" y="31093"/>
                  </a:lnTo>
                  <a:lnTo>
                    <a:pt x="82205" y="39728"/>
                  </a:lnTo>
                  <a:close/>
                </a:path>
                <a:path w="287654" h="172085">
                  <a:moveTo>
                    <a:pt x="45731" y="88836"/>
                  </a:moveTo>
                  <a:lnTo>
                    <a:pt x="39902" y="88836"/>
                  </a:lnTo>
                  <a:lnTo>
                    <a:pt x="30656" y="87812"/>
                  </a:lnTo>
                  <a:lnTo>
                    <a:pt x="32119" y="87812"/>
                  </a:lnTo>
                  <a:lnTo>
                    <a:pt x="23819" y="84301"/>
                  </a:lnTo>
                  <a:lnTo>
                    <a:pt x="16870" y="76902"/>
                  </a:lnTo>
                  <a:lnTo>
                    <a:pt x="16538" y="76491"/>
                  </a:lnTo>
                  <a:lnTo>
                    <a:pt x="13948" y="63740"/>
                  </a:lnTo>
                  <a:lnTo>
                    <a:pt x="16282" y="52214"/>
                  </a:lnTo>
                  <a:lnTo>
                    <a:pt x="23343" y="43588"/>
                  </a:lnTo>
                  <a:lnTo>
                    <a:pt x="33624" y="38335"/>
                  </a:lnTo>
                  <a:lnTo>
                    <a:pt x="45617" y="36928"/>
                  </a:lnTo>
                  <a:lnTo>
                    <a:pt x="48417" y="36928"/>
                  </a:lnTo>
                  <a:lnTo>
                    <a:pt x="55261" y="37093"/>
                  </a:lnTo>
                  <a:lnTo>
                    <a:pt x="66597" y="39728"/>
                  </a:lnTo>
                  <a:lnTo>
                    <a:pt x="82205" y="39728"/>
                  </a:lnTo>
                  <a:lnTo>
                    <a:pt x="82204" y="47970"/>
                  </a:lnTo>
                  <a:lnTo>
                    <a:pt x="42112" y="47970"/>
                  </a:lnTo>
                  <a:lnTo>
                    <a:pt x="29758" y="50992"/>
                  </a:lnTo>
                  <a:lnTo>
                    <a:pt x="30205" y="62030"/>
                  </a:lnTo>
                  <a:lnTo>
                    <a:pt x="30177" y="63740"/>
                  </a:lnTo>
                  <a:lnTo>
                    <a:pt x="29686" y="70379"/>
                  </a:lnTo>
                  <a:lnTo>
                    <a:pt x="35205" y="76902"/>
                  </a:lnTo>
                  <a:lnTo>
                    <a:pt x="66883" y="76902"/>
                  </a:lnTo>
                  <a:lnTo>
                    <a:pt x="64464" y="79922"/>
                  </a:lnTo>
                  <a:lnTo>
                    <a:pt x="60313" y="83194"/>
                  </a:lnTo>
                  <a:lnTo>
                    <a:pt x="50494" y="87812"/>
                  </a:lnTo>
                  <a:lnTo>
                    <a:pt x="45731" y="88836"/>
                  </a:lnTo>
                  <a:close/>
                </a:path>
                <a:path w="287654" h="172085">
                  <a:moveTo>
                    <a:pt x="66883" y="76902"/>
                  </a:moveTo>
                  <a:lnTo>
                    <a:pt x="35205" y="76902"/>
                  </a:lnTo>
                  <a:lnTo>
                    <a:pt x="43617" y="76491"/>
                  </a:lnTo>
                  <a:lnTo>
                    <a:pt x="52967" y="74936"/>
                  </a:lnTo>
                  <a:lnTo>
                    <a:pt x="59526" y="71368"/>
                  </a:lnTo>
                  <a:lnTo>
                    <a:pt x="63632" y="66961"/>
                  </a:lnTo>
                  <a:lnTo>
                    <a:pt x="65625" y="62882"/>
                  </a:lnTo>
                  <a:lnTo>
                    <a:pt x="66722" y="58400"/>
                  </a:lnTo>
                  <a:lnTo>
                    <a:pt x="66539" y="55560"/>
                  </a:lnTo>
                  <a:lnTo>
                    <a:pt x="66539" y="50653"/>
                  </a:lnTo>
                  <a:lnTo>
                    <a:pt x="62222" y="49617"/>
                  </a:lnTo>
                  <a:lnTo>
                    <a:pt x="55957" y="48479"/>
                  </a:lnTo>
                  <a:lnTo>
                    <a:pt x="48876" y="48479"/>
                  </a:lnTo>
                  <a:lnTo>
                    <a:pt x="42112" y="47970"/>
                  </a:lnTo>
                  <a:lnTo>
                    <a:pt x="82204" y="47970"/>
                  </a:lnTo>
                  <a:lnTo>
                    <a:pt x="82147" y="63740"/>
                  </a:lnTo>
                  <a:lnTo>
                    <a:pt x="82045" y="66961"/>
                  </a:lnTo>
                  <a:lnTo>
                    <a:pt x="81936" y="70379"/>
                  </a:lnTo>
                  <a:lnTo>
                    <a:pt x="81880" y="72142"/>
                  </a:lnTo>
                  <a:lnTo>
                    <a:pt x="85881" y="75688"/>
                  </a:lnTo>
                  <a:lnTo>
                    <a:pt x="67856" y="75688"/>
                  </a:lnTo>
                  <a:lnTo>
                    <a:pt x="66883" y="76902"/>
                  </a:lnTo>
                  <a:close/>
                </a:path>
                <a:path w="287654" h="172085">
                  <a:moveTo>
                    <a:pt x="73875" y="87812"/>
                  </a:moveTo>
                  <a:lnTo>
                    <a:pt x="73287" y="87812"/>
                  </a:lnTo>
                  <a:lnTo>
                    <a:pt x="67856" y="75688"/>
                  </a:lnTo>
                  <a:lnTo>
                    <a:pt x="85881" y="75688"/>
                  </a:lnTo>
                  <a:lnTo>
                    <a:pt x="86788" y="76491"/>
                  </a:lnTo>
                  <a:lnTo>
                    <a:pt x="86929" y="76491"/>
                  </a:lnTo>
                  <a:lnTo>
                    <a:pt x="86931" y="80713"/>
                  </a:lnTo>
                  <a:lnTo>
                    <a:pt x="86321" y="81646"/>
                  </a:lnTo>
                  <a:lnTo>
                    <a:pt x="85229" y="82264"/>
                  </a:lnTo>
                  <a:lnTo>
                    <a:pt x="78759" y="86794"/>
                  </a:lnTo>
                  <a:lnTo>
                    <a:pt x="77921" y="87080"/>
                  </a:lnTo>
                  <a:lnTo>
                    <a:pt x="76948" y="87080"/>
                  </a:lnTo>
                  <a:lnTo>
                    <a:pt x="73875" y="87812"/>
                  </a:lnTo>
                  <a:close/>
                </a:path>
                <a:path w="287654" h="172085">
                  <a:moveTo>
                    <a:pt x="116420" y="87104"/>
                  </a:moveTo>
                  <a:lnTo>
                    <a:pt x="114786" y="84613"/>
                  </a:lnTo>
                  <a:lnTo>
                    <a:pt x="114216" y="81978"/>
                  </a:lnTo>
                  <a:lnTo>
                    <a:pt x="92033" y="8639"/>
                  </a:lnTo>
                  <a:lnTo>
                    <a:pt x="91600" y="7398"/>
                  </a:lnTo>
                  <a:lnTo>
                    <a:pt x="91367" y="6353"/>
                  </a:lnTo>
                  <a:lnTo>
                    <a:pt x="91266" y="5656"/>
                  </a:lnTo>
                  <a:lnTo>
                    <a:pt x="91176" y="4808"/>
                  </a:lnTo>
                  <a:lnTo>
                    <a:pt x="90970" y="3453"/>
                  </a:lnTo>
                  <a:lnTo>
                    <a:pt x="91544" y="2672"/>
                  </a:lnTo>
                  <a:lnTo>
                    <a:pt x="93045" y="2442"/>
                  </a:lnTo>
                  <a:lnTo>
                    <a:pt x="103057" y="2442"/>
                  </a:lnTo>
                  <a:lnTo>
                    <a:pt x="106754" y="2071"/>
                  </a:lnTo>
                  <a:lnTo>
                    <a:pt x="108031" y="5156"/>
                  </a:lnTo>
                  <a:lnTo>
                    <a:pt x="108437" y="7094"/>
                  </a:lnTo>
                  <a:lnTo>
                    <a:pt x="124386" y="69973"/>
                  </a:lnTo>
                  <a:lnTo>
                    <a:pt x="136635" y="69973"/>
                  </a:lnTo>
                  <a:lnTo>
                    <a:pt x="133762" y="81978"/>
                  </a:lnTo>
                  <a:lnTo>
                    <a:pt x="133064" y="86778"/>
                  </a:lnTo>
                  <a:lnTo>
                    <a:pt x="119978" y="86778"/>
                  </a:lnTo>
                  <a:lnTo>
                    <a:pt x="116420" y="87104"/>
                  </a:lnTo>
                  <a:close/>
                </a:path>
                <a:path w="287654" h="172085">
                  <a:moveTo>
                    <a:pt x="136635" y="69973"/>
                  </a:moveTo>
                  <a:lnTo>
                    <a:pt x="124386" y="69973"/>
                  </a:lnTo>
                  <a:lnTo>
                    <a:pt x="139120" y="7398"/>
                  </a:lnTo>
                  <a:lnTo>
                    <a:pt x="139191" y="7094"/>
                  </a:lnTo>
                  <a:lnTo>
                    <a:pt x="139313" y="6353"/>
                  </a:lnTo>
                  <a:lnTo>
                    <a:pt x="139428" y="5656"/>
                  </a:lnTo>
                  <a:lnTo>
                    <a:pt x="140344" y="2672"/>
                  </a:lnTo>
                  <a:lnTo>
                    <a:pt x="140415" y="2442"/>
                  </a:lnTo>
                  <a:lnTo>
                    <a:pt x="140528" y="2071"/>
                  </a:lnTo>
                  <a:lnTo>
                    <a:pt x="139549" y="2071"/>
                  </a:lnTo>
                  <a:lnTo>
                    <a:pt x="143951" y="2442"/>
                  </a:lnTo>
                  <a:lnTo>
                    <a:pt x="157549" y="2442"/>
                  </a:lnTo>
                  <a:lnTo>
                    <a:pt x="157891" y="4808"/>
                  </a:lnTo>
                  <a:lnTo>
                    <a:pt x="158013" y="5656"/>
                  </a:lnTo>
                  <a:lnTo>
                    <a:pt x="158114" y="6353"/>
                  </a:lnTo>
                  <a:lnTo>
                    <a:pt x="158221" y="7094"/>
                  </a:lnTo>
                  <a:lnTo>
                    <a:pt x="161430" y="20815"/>
                  </a:lnTo>
                  <a:lnTo>
                    <a:pt x="148398" y="20815"/>
                  </a:lnTo>
                  <a:lnTo>
                    <a:pt x="136635" y="69973"/>
                  </a:lnTo>
                  <a:close/>
                </a:path>
                <a:path w="287654" h="172085">
                  <a:moveTo>
                    <a:pt x="186408" y="70834"/>
                  </a:moveTo>
                  <a:lnTo>
                    <a:pt x="173151" y="70834"/>
                  </a:lnTo>
                  <a:lnTo>
                    <a:pt x="189549" y="7398"/>
                  </a:lnTo>
                  <a:lnTo>
                    <a:pt x="190682" y="2672"/>
                  </a:lnTo>
                  <a:lnTo>
                    <a:pt x="190738" y="2442"/>
                  </a:lnTo>
                  <a:lnTo>
                    <a:pt x="190828" y="2071"/>
                  </a:lnTo>
                  <a:lnTo>
                    <a:pt x="194473" y="2442"/>
                  </a:lnTo>
                  <a:lnTo>
                    <a:pt x="206797" y="2442"/>
                  </a:lnTo>
                  <a:lnTo>
                    <a:pt x="206571" y="4808"/>
                  </a:lnTo>
                  <a:lnTo>
                    <a:pt x="206445" y="6116"/>
                  </a:lnTo>
                  <a:lnTo>
                    <a:pt x="206423" y="6353"/>
                  </a:lnTo>
                  <a:lnTo>
                    <a:pt x="206221" y="7094"/>
                  </a:lnTo>
                  <a:lnTo>
                    <a:pt x="186408" y="70834"/>
                  </a:lnTo>
                  <a:close/>
                </a:path>
                <a:path w="287654" h="172085">
                  <a:moveTo>
                    <a:pt x="206797" y="2442"/>
                  </a:moveTo>
                  <a:lnTo>
                    <a:pt x="204632" y="2442"/>
                  </a:lnTo>
                  <a:lnTo>
                    <a:pt x="207520" y="2071"/>
                  </a:lnTo>
                  <a:lnTo>
                    <a:pt x="206833" y="2071"/>
                  </a:lnTo>
                  <a:lnTo>
                    <a:pt x="206797" y="2442"/>
                  </a:lnTo>
                  <a:close/>
                </a:path>
                <a:path w="287654" h="172085">
                  <a:moveTo>
                    <a:pt x="157549" y="2442"/>
                  </a:moveTo>
                  <a:lnTo>
                    <a:pt x="153537" y="2442"/>
                  </a:lnTo>
                  <a:lnTo>
                    <a:pt x="157528" y="2299"/>
                  </a:lnTo>
                  <a:lnTo>
                    <a:pt x="157549" y="2442"/>
                  </a:lnTo>
                  <a:close/>
                </a:path>
                <a:path w="287654" h="172085">
                  <a:moveTo>
                    <a:pt x="164574" y="87292"/>
                  </a:moveTo>
                  <a:lnTo>
                    <a:pt x="163971" y="87292"/>
                  </a:lnTo>
                  <a:lnTo>
                    <a:pt x="163279" y="82528"/>
                  </a:lnTo>
                  <a:lnTo>
                    <a:pt x="163188" y="81978"/>
                  </a:lnTo>
                  <a:lnTo>
                    <a:pt x="148398" y="20815"/>
                  </a:lnTo>
                  <a:lnTo>
                    <a:pt x="161430" y="20815"/>
                  </a:lnTo>
                  <a:lnTo>
                    <a:pt x="173151" y="70834"/>
                  </a:lnTo>
                  <a:lnTo>
                    <a:pt x="186408" y="70834"/>
                  </a:lnTo>
                  <a:lnTo>
                    <a:pt x="182943" y="81978"/>
                  </a:lnTo>
                  <a:lnTo>
                    <a:pt x="182804" y="82528"/>
                  </a:lnTo>
                  <a:lnTo>
                    <a:pt x="182369" y="84613"/>
                  </a:lnTo>
                  <a:lnTo>
                    <a:pt x="180971" y="86778"/>
                  </a:lnTo>
                  <a:lnTo>
                    <a:pt x="169459" y="86778"/>
                  </a:lnTo>
                  <a:lnTo>
                    <a:pt x="164574" y="87292"/>
                  </a:lnTo>
                  <a:close/>
                </a:path>
                <a:path w="287654" h="172085">
                  <a:moveTo>
                    <a:pt x="132989" y="87292"/>
                  </a:moveTo>
                  <a:lnTo>
                    <a:pt x="128100" y="86778"/>
                  </a:lnTo>
                  <a:lnTo>
                    <a:pt x="133064" y="86778"/>
                  </a:lnTo>
                  <a:lnTo>
                    <a:pt x="132989" y="87292"/>
                  </a:lnTo>
                  <a:close/>
                </a:path>
                <a:path w="287654" h="172085">
                  <a:moveTo>
                    <a:pt x="180757" y="87104"/>
                  </a:moveTo>
                  <a:lnTo>
                    <a:pt x="180085" y="87104"/>
                  </a:lnTo>
                  <a:lnTo>
                    <a:pt x="176527" y="86778"/>
                  </a:lnTo>
                  <a:lnTo>
                    <a:pt x="180971" y="86778"/>
                  </a:lnTo>
                  <a:lnTo>
                    <a:pt x="180757" y="87104"/>
                  </a:lnTo>
                  <a:close/>
                </a:path>
                <a:path w="287654" h="172085">
                  <a:moveTo>
                    <a:pt x="270602" y="76591"/>
                  </a:moveTo>
                  <a:lnTo>
                    <a:pt x="240355" y="76591"/>
                  </a:lnTo>
                  <a:lnTo>
                    <a:pt x="247880" y="75974"/>
                  </a:lnTo>
                  <a:lnTo>
                    <a:pt x="252667" y="74544"/>
                  </a:lnTo>
                  <a:lnTo>
                    <a:pt x="255067" y="73348"/>
                  </a:lnTo>
                  <a:lnTo>
                    <a:pt x="260938" y="69861"/>
                  </a:lnTo>
                  <a:lnTo>
                    <a:pt x="261403" y="61882"/>
                  </a:lnTo>
                  <a:lnTo>
                    <a:pt x="257411" y="57743"/>
                  </a:lnTo>
                  <a:lnTo>
                    <a:pt x="254095" y="55369"/>
                  </a:lnTo>
                  <a:lnTo>
                    <a:pt x="250099" y="53573"/>
                  </a:lnTo>
                  <a:lnTo>
                    <a:pt x="243830" y="51518"/>
                  </a:lnTo>
                  <a:lnTo>
                    <a:pt x="233689" y="48367"/>
                  </a:lnTo>
                  <a:lnTo>
                    <a:pt x="229766" y="46904"/>
                  </a:lnTo>
                  <a:lnTo>
                    <a:pt x="223152" y="42950"/>
                  </a:lnTo>
                  <a:lnTo>
                    <a:pt x="216918" y="35860"/>
                  </a:lnTo>
                  <a:lnTo>
                    <a:pt x="214138" y="24989"/>
                  </a:lnTo>
                  <a:lnTo>
                    <a:pt x="216081" y="15752"/>
                  </a:lnTo>
                  <a:lnTo>
                    <a:pt x="222110" y="7732"/>
                  </a:lnTo>
                  <a:lnTo>
                    <a:pt x="231913" y="2095"/>
                  </a:lnTo>
                  <a:lnTo>
                    <a:pt x="245177" y="8"/>
                  </a:lnTo>
                  <a:lnTo>
                    <a:pt x="250867" y="375"/>
                  </a:lnTo>
                  <a:lnTo>
                    <a:pt x="258174" y="1570"/>
                  </a:lnTo>
                  <a:lnTo>
                    <a:pt x="265186" y="3728"/>
                  </a:lnTo>
                  <a:lnTo>
                    <a:pt x="269989" y="6983"/>
                  </a:lnTo>
                  <a:lnTo>
                    <a:pt x="270473" y="7732"/>
                  </a:lnTo>
                  <a:lnTo>
                    <a:pt x="270591" y="7916"/>
                  </a:lnTo>
                  <a:lnTo>
                    <a:pt x="270891" y="9014"/>
                  </a:lnTo>
                  <a:lnTo>
                    <a:pt x="270869" y="12626"/>
                  </a:lnTo>
                  <a:lnTo>
                    <a:pt x="244342" y="12626"/>
                  </a:lnTo>
                  <a:lnTo>
                    <a:pt x="228912" y="13220"/>
                  </a:lnTo>
                  <a:lnTo>
                    <a:pt x="229573" y="23962"/>
                  </a:lnTo>
                  <a:lnTo>
                    <a:pt x="229381" y="32428"/>
                  </a:lnTo>
                  <a:lnTo>
                    <a:pt x="242422" y="35860"/>
                  </a:lnTo>
                  <a:lnTo>
                    <a:pt x="274770" y="56786"/>
                  </a:lnTo>
                  <a:lnTo>
                    <a:pt x="275451" y="64082"/>
                  </a:lnTo>
                  <a:lnTo>
                    <a:pt x="274443" y="69861"/>
                  </a:lnTo>
                  <a:lnTo>
                    <a:pt x="274399" y="70113"/>
                  </a:lnTo>
                  <a:lnTo>
                    <a:pt x="272958" y="73928"/>
                  </a:lnTo>
                  <a:lnTo>
                    <a:pt x="270602" y="76591"/>
                  </a:lnTo>
                  <a:close/>
                </a:path>
                <a:path w="287654" h="172085">
                  <a:moveTo>
                    <a:pt x="246722" y="12814"/>
                  </a:moveTo>
                  <a:lnTo>
                    <a:pt x="243133" y="12626"/>
                  </a:lnTo>
                  <a:lnTo>
                    <a:pt x="259121" y="12626"/>
                  </a:lnTo>
                  <a:lnTo>
                    <a:pt x="246722" y="12814"/>
                  </a:lnTo>
                  <a:close/>
                </a:path>
                <a:path w="287654" h="172085">
                  <a:moveTo>
                    <a:pt x="270123" y="17613"/>
                  </a:moveTo>
                  <a:lnTo>
                    <a:pt x="268671" y="17613"/>
                  </a:lnTo>
                  <a:lnTo>
                    <a:pt x="265229" y="17229"/>
                  </a:lnTo>
                  <a:lnTo>
                    <a:pt x="259121" y="12626"/>
                  </a:lnTo>
                  <a:lnTo>
                    <a:pt x="270869" y="12626"/>
                  </a:lnTo>
                  <a:lnTo>
                    <a:pt x="270846" y="16622"/>
                  </a:lnTo>
                  <a:lnTo>
                    <a:pt x="270123" y="17613"/>
                  </a:lnTo>
                  <a:close/>
                </a:path>
                <a:path w="287654" h="172085">
                  <a:moveTo>
                    <a:pt x="246201" y="89194"/>
                  </a:moveTo>
                  <a:lnTo>
                    <a:pt x="238397" y="89194"/>
                  </a:lnTo>
                  <a:lnTo>
                    <a:pt x="232169" y="88562"/>
                  </a:lnTo>
                  <a:lnTo>
                    <a:pt x="224471" y="86926"/>
                  </a:lnTo>
                  <a:lnTo>
                    <a:pt x="216424" y="83809"/>
                  </a:lnTo>
                  <a:lnTo>
                    <a:pt x="214075" y="82815"/>
                  </a:lnTo>
                  <a:lnTo>
                    <a:pt x="212913" y="81042"/>
                  </a:lnTo>
                  <a:lnTo>
                    <a:pt x="212937" y="69861"/>
                  </a:lnTo>
                  <a:lnTo>
                    <a:pt x="212705" y="69861"/>
                  </a:lnTo>
                  <a:lnTo>
                    <a:pt x="215705" y="70611"/>
                  </a:lnTo>
                  <a:lnTo>
                    <a:pt x="216879" y="71062"/>
                  </a:lnTo>
                  <a:lnTo>
                    <a:pt x="221362" y="72875"/>
                  </a:lnTo>
                  <a:lnTo>
                    <a:pt x="224237" y="74250"/>
                  </a:lnTo>
                  <a:lnTo>
                    <a:pt x="229743" y="75348"/>
                  </a:lnTo>
                  <a:lnTo>
                    <a:pt x="240355" y="76591"/>
                  </a:lnTo>
                  <a:lnTo>
                    <a:pt x="270602" y="76591"/>
                  </a:lnTo>
                  <a:lnTo>
                    <a:pt x="264585" y="83393"/>
                  </a:lnTo>
                  <a:lnTo>
                    <a:pt x="254442" y="87893"/>
                  </a:lnTo>
                  <a:lnTo>
                    <a:pt x="246201" y="89194"/>
                  </a:lnTo>
                  <a:close/>
                </a:path>
                <a:path w="287654" h="172085">
                  <a:moveTo>
                    <a:pt x="233457" y="120394"/>
                  </a:moveTo>
                  <a:lnTo>
                    <a:pt x="233187" y="119008"/>
                  </a:lnTo>
                  <a:lnTo>
                    <a:pt x="233131" y="118725"/>
                  </a:lnTo>
                  <a:lnTo>
                    <a:pt x="233043" y="118272"/>
                  </a:lnTo>
                  <a:lnTo>
                    <a:pt x="232944" y="117764"/>
                  </a:lnTo>
                  <a:lnTo>
                    <a:pt x="235690" y="115822"/>
                  </a:lnTo>
                  <a:lnTo>
                    <a:pt x="250677" y="109180"/>
                  </a:lnTo>
                  <a:lnTo>
                    <a:pt x="266457" y="107147"/>
                  </a:lnTo>
                  <a:lnTo>
                    <a:pt x="279517" y="108265"/>
                  </a:lnTo>
                  <a:lnTo>
                    <a:pt x="286339" y="111076"/>
                  </a:lnTo>
                  <a:lnTo>
                    <a:pt x="287252" y="117595"/>
                  </a:lnTo>
                  <a:lnTo>
                    <a:pt x="287347" y="118272"/>
                  </a:lnTo>
                  <a:lnTo>
                    <a:pt x="257024" y="118272"/>
                  </a:lnTo>
                  <a:lnTo>
                    <a:pt x="245877" y="119008"/>
                  </a:lnTo>
                  <a:lnTo>
                    <a:pt x="233457" y="120394"/>
                  </a:lnTo>
                  <a:close/>
                </a:path>
                <a:path w="287654" h="172085">
                  <a:moveTo>
                    <a:pt x="144571" y="171499"/>
                  </a:moveTo>
                  <a:lnTo>
                    <a:pt x="105993" y="168205"/>
                  </a:lnTo>
                  <a:lnTo>
                    <a:pt x="68696" y="157809"/>
                  </a:lnTo>
                  <a:lnTo>
                    <a:pt x="33923" y="140781"/>
                  </a:lnTo>
                  <a:lnTo>
                    <a:pt x="2915" y="117595"/>
                  </a:lnTo>
                  <a:lnTo>
                    <a:pt x="0" y="114965"/>
                  </a:lnTo>
                  <a:lnTo>
                    <a:pt x="2571" y="111362"/>
                  </a:lnTo>
                  <a:lnTo>
                    <a:pt x="6116" y="113366"/>
                  </a:lnTo>
                  <a:lnTo>
                    <a:pt x="39613" y="129816"/>
                  </a:lnTo>
                  <a:lnTo>
                    <a:pt x="74358" y="141559"/>
                  </a:lnTo>
                  <a:lnTo>
                    <a:pt x="110354" y="148595"/>
                  </a:lnTo>
                  <a:lnTo>
                    <a:pt x="147598" y="150925"/>
                  </a:lnTo>
                  <a:lnTo>
                    <a:pt x="234987" y="150925"/>
                  </a:lnTo>
                  <a:lnTo>
                    <a:pt x="234209" y="151385"/>
                  </a:lnTo>
                  <a:lnTo>
                    <a:pt x="205085" y="162466"/>
                  </a:lnTo>
                  <a:lnTo>
                    <a:pt x="174557" y="169217"/>
                  </a:lnTo>
                  <a:lnTo>
                    <a:pt x="144571" y="171499"/>
                  </a:lnTo>
                  <a:close/>
                </a:path>
                <a:path w="287654" h="172085">
                  <a:moveTo>
                    <a:pt x="266104" y="160984"/>
                  </a:moveTo>
                  <a:lnTo>
                    <a:pt x="263644" y="159836"/>
                  </a:lnTo>
                  <a:lnTo>
                    <a:pt x="264787" y="156979"/>
                  </a:lnTo>
                  <a:lnTo>
                    <a:pt x="268225" y="148118"/>
                  </a:lnTo>
                  <a:lnTo>
                    <a:pt x="271815" y="137488"/>
                  </a:lnTo>
                  <a:lnTo>
                    <a:pt x="273948" y="127671"/>
                  </a:lnTo>
                  <a:lnTo>
                    <a:pt x="273016" y="121251"/>
                  </a:lnTo>
                  <a:lnTo>
                    <a:pt x="267035" y="118725"/>
                  </a:lnTo>
                  <a:lnTo>
                    <a:pt x="257024" y="118272"/>
                  </a:lnTo>
                  <a:lnTo>
                    <a:pt x="287369" y="118272"/>
                  </a:lnTo>
                  <a:lnTo>
                    <a:pt x="285052" y="131254"/>
                  </a:lnTo>
                  <a:lnTo>
                    <a:pt x="278975" y="146012"/>
                  </a:lnTo>
                  <a:lnTo>
                    <a:pt x="268676" y="158810"/>
                  </a:lnTo>
                  <a:lnTo>
                    <a:pt x="266104" y="160984"/>
                  </a:lnTo>
                  <a:close/>
                </a:path>
                <a:path w="287654" h="172085">
                  <a:moveTo>
                    <a:pt x="234987" y="150925"/>
                  </a:moveTo>
                  <a:lnTo>
                    <a:pt x="147598" y="150925"/>
                  </a:lnTo>
                  <a:lnTo>
                    <a:pt x="175392" y="149429"/>
                  </a:lnTo>
                  <a:lnTo>
                    <a:pt x="202635" y="145243"/>
                  </a:lnTo>
                  <a:lnTo>
                    <a:pt x="229326" y="138367"/>
                  </a:lnTo>
                  <a:lnTo>
                    <a:pt x="255464" y="128801"/>
                  </a:lnTo>
                  <a:lnTo>
                    <a:pt x="260724" y="126569"/>
                  </a:lnTo>
                  <a:lnTo>
                    <a:pt x="265184" y="132284"/>
                  </a:lnTo>
                  <a:lnTo>
                    <a:pt x="259983" y="136115"/>
                  </a:lnTo>
                  <a:lnTo>
                    <a:pt x="234987" y="150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B11F65CA-604E-76A2-3268-AD925F8E1322}"/>
              </a:ext>
            </a:extLst>
          </p:cNvPr>
          <p:cNvSpPr txBox="1"/>
          <p:nvPr/>
        </p:nvSpPr>
        <p:spPr>
          <a:xfrm>
            <a:off x="516785" y="3326724"/>
            <a:ext cx="1827530" cy="2265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4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온프레미스</a:t>
            </a:r>
            <a:r>
              <a:rPr sz="14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4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주요</a:t>
            </a:r>
            <a:r>
              <a:rPr sz="14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4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시스템</a:t>
            </a:r>
            <a:r>
              <a:rPr sz="14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400" b="1" spc="-257" dirty="0">
                <a:latin typeface="SUIT ExtraBold" pitchFamily="2" charset="-127"/>
                <a:ea typeface="SUIT ExtraBold" pitchFamily="2" charset="-127"/>
                <a:cs typeface="Malgun Gothic"/>
              </a:rPr>
              <a:t>현황</a:t>
            </a:r>
            <a:endParaRPr sz="14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22" name="object 20">
            <a:extLst>
              <a:ext uri="{FF2B5EF4-FFF2-40B4-BE49-F238E27FC236}">
                <a16:creationId xmlns:a16="http://schemas.microsoft.com/office/drawing/2014/main" id="{CCA01A3E-95EA-7A7E-17D7-6DDCD77F7788}"/>
              </a:ext>
            </a:extLst>
          </p:cNvPr>
          <p:cNvGrpSpPr/>
          <p:nvPr/>
        </p:nvGrpSpPr>
        <p:grpSpPr>
          <a:xfrm>
            <a:off x="6265651" y="4346321"/>
            <a:ext cx="5435600" cy="1397000"/>
            <a:chOff x="9372599" y="5638799"/>
            <a:chExt cx="8153400" cy="2095500"/>
          </a:xfrm>
        </p:grpSpPr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479DA6D7-EF2D-E1B7-5D1F-12E41E2A1AD1}"/>
                </a:ext>
              </a:extLst>
            </p:cNvPr>
            <p:cNvSpPr/>
            <p:nvPr/>
          </p:nvSpPr>
          <p:spPr>
            <a:xfrm>
              <a:off x="9382124" y="5648324"/>
              <a:ext cx="8134350" cy="2076450"/>
            </a:xfrm>
            <a:custGeom>
              <a:avLst/>
              <a:gdLst/>
              <a:ahLst/>
              <a:cxnLst/>
              <a:rect l="l" t="t" r="r" b="b"/>
              <a:pathLst>
                <a:path w="8134350" h="2076450">
                  <a:moveTo>
                    <a:pt x="8072052" y="2076449"/>
                  </a:moveTo>
                  <a:lnTo>
                    <a:pt x="62296" y="2076449"/>
                  </a:lnTo>
                  <a:lnTo>
                    <a:pt x="57960" y="2076021"/>
                  </a:lnTo>
                  <a:lnTo>
                    <a:pt x="22623" y="2060016"/>
                  </a:lnTo>
                  <a:lnTo>
                    <a:pt x="2134" y="2027075"/>
                  </a:lnTo>
                  <a:lnTo>
                    <a:pt x="0" y="2014152"/>
                  </a:lnTo>
                  <a:lnTo>
                    <a:pt x="0" y="20097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8072052" y="0"/>
                  </a:lnTo>
                  <a:lnTo>
                    <a:pt x="8108356" y="13668"/>
                  </a:lnTo>
                  <a:lnTo>
                    <a:pt x="8130947" y="45203"/>
                  </a:lnTo>
                  <a:lnTo>
                    <a:pt x="8134348" y="62296"/>
                  </a:lnTo>
                  <a:lnTo>
                    <a:pt x="8134348" y="2014152"/>
                  </a:lnTo>
                  <a:lnTo>
                    <a:pt x="8120678" y="2050456"/>
                  </a:lnTo>
                  <a:lnTo>
                    <a:pt x="8089142" y="2073048"/>
                  </a:lnTo>
                  <a:lnTo>
                    <a:pt x="8076386" y="2076022"/>
                  </a:lnTo>
                  <a:lnTo>
                    <a:pt x="8072052" y="20764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2962A33E-99F0-4A09-F682-E7DFF11E15DA}"/>
                </a:ext>
              </a:extLst>
            </p:cNvPr>
            <p:cNvSpPr/>
            <p:nvPr/>
          </p:nvSpPr>
          <p:spPr>
            <a:xfrm>
              <a:off x="9382124" y="5648324"/>
              <a:ext cx="8134350" cy="2076450"/>
            </a:xfrm>
            <a:custGeom>
              <a:avLst/>
              <a:gdLst/>
              <a:ahLst/>
              <a:cxnLst/>
              <a:rect l="l" t="t" r="r" b="b"/>
              <a:pathLst>
                <a:path w="8134350" h="2076450">
                  <a:moveTo>
                    <a:pt x="0" y="2009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2" y="2134"/>
                  </a:lnTo>
                  <a:lnTo>
                    <a:pt x="53666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8067674" y="0"/>
                  </a:lnTo>
                  <a:lnTo>
                    <a:pt x="8072052" y="0"/>
                  </a:lnTo>
                  <a:lnTo>
                    <a:pt x="8076386" y="426"/>
                  </a:lnTo>
                  <a:lnTo>
                    <a:pt x="8080680" y="1280"/>
                  </a:lnTo>
                  <a:lnTo>
                    <a:pt x="8084974" y="2134"/>
                  </a:lnTo>
                  <a:lnTo>
                    <a:pt x="8089142" y="3399"/>
                  </a:lnTo>
                  <a:lnTo>
                    <a:pt x="8093188" y="5075"/>
                  </a:lnTo>
                  <a:lnTo>
                    <a:pt x="8097233" y="6750"/>
                  </a:lnTo>
                  <a:lnTo>
                    <a:pt x="8125541" y="33271"/>
                  </a:lnTo>
                  <a:lnTo>
                    <a:pt x="8129271" y="41159"/>
                  </a:lnTo>
                  <a:lnTo>
                    <a:pt x="8130947" y="45203"/>
                  </a:lnTo>
                  <a:lnTo>
                    <a:pt x="8134349" y="66674"/>
                  </a:lnTo>
                  <a:lnTo>
                    <a:pt x="8134349" y="2009774"/>
                  </a:lnTo>
                  <a:lnTo>
                    <a:pt x="8129271" y="2035289"/>
                  </a:lnTo>
                  <a:lnTo>
                    <a:pt x="8127596" y="2039334"/>
                  </a:lnTo>
                  <a:lnTo>
                    <a:pt x="8104716" y="2065212"/>
                  </a:lnTo>
                  <a:lnTo>
                    <a:pt x="8101075" y="2067644"/>
                  </a:lnTo>
                  <a:lnTo>
                    <a:pt x="8067674" y="2076449"/>
                  </a:lnTo>
                  <a:lnTo>
                    <a:pt x="66674" y="2076449"/>
                  </a:lnTo>
                  <a:lnTo>
                    <a:pt x="29631" y="2065212"/>
                  </a:lnTo>
                  <a:lnTo>
                    <a:pt x="19528" y="2056920"/>
                  </a:lnTo>
                  <a:lnTo>
                    <a:pt x="16432" y="2053825"/>
                  </a:lnTo>
                  <a:lnTo>
                    <a:pt x="5074" y="2035289"/>
                  </a:lnTo>
                  <a:lnTo>
                    <a:pt x="3399" y="2031245"/>
                  </a:lnTo>
                  <a:lnTo>
                    <a:pt x="2134" y="2027075"/>
                  </a:lnTo>
                  <a:lnTo>
                    <a:pt x="1280" y="2022782"/>
                  </a:lnTo>
                  <a:lnTo>
                    <a:pt x="426" y="2018488"/>
                  </a:lnTo>
                  <a:lnTo>
                    <a:pt x="0" y="2014152"/>
                  </a:lnTo>
                  <a:lnTo>
                    <a:pt x="0" y="2009774"/>
                  </a:lnTo>
                  <a:close/>
                </a:path>
              </a:pathLst>
            </a:custGeom>
            <a:ln w="19049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5" name="object 23">
              <a:extLst>
                <a:ext uri="{FF2B5EF4-FFF2-40B4-BE49-F238E27FC236}">
                  <a16:creationId xmlns:a16="http://schemas.microsoft.com/office/drawing/2014/main" id="{165CCAF6-3156-3B81-909E-631C47F7EC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20249" y="5886449"/>
              <a:ext cx="762000" cy="762000"/>
            </a:xfrm>
            <a:prstGeom prst="rect">
              <a:avLst/>
            </a:prstGeom>
          </p:spPr>
        </p:pic>
      </p:grpSp>
      <p:sp>
        <p:nvSpPr>
          <p:cNvPr id="26" name="object 24">
            <a:extLst>
              <a:ext uri="{FF2B5EF4-FFF2-40B4-BE49-F238E27FC236}">
                <a16:creationId xmlns:a16="http://schemas.microsoft.com/office/drawing/2014/main" id="{D89276B2-7CC8-3DA0-E32C-7EC3AE5B4F8F}"/>
              </a:ext>
            </a:extLst>
          </p:cNvPr>
          <p:cNvSpPr txBox="1"/>
          <p:nvPr/>
        </p:nvSpPr>
        <p:spPr>
          <a:xfrm>
            <a:off x="6257185" y="1370925"/>
            <a:ext cx="2248460" cy="257336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6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현재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환경의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주요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57" dirty="0">
                <a:latin typeface="SUIT ExtraBold" pitchFamily="2" charset="-127"/>
                <a:ea typeface="SUIT ExtraBold" pitchFamily="2" charset="-127"/>
                <a:cs typeface="Malgun Gothic"/>
              </a:rPr>
              <a:t>이슈</a:t>
            </a:r>
            <a:endParaRPr sz="16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27" name="object 25">
            <a:extLst>
              <a:ext uri="{FF2B5EF4-FFF2-40B4-BE49-F238E27FC236}">
                <a16:creationId xmlns:a16="http://schemas.microsoft.com/office/drawing/2014/main" id="{9D45210D-4A32-44DD-6FBD-38F102CF8377}"/>
              </a:ext>
            </a:extLst>
          </p:cNvPr>
          <p:cNvGrpSpPr/>
          <p:nvPr/>
        </p:nvGrpSpPr>
        <p:grpSpPr>
          <a:xfrm>
            <a:off x="6265652" y="1759687"/>
            <a:ext cx="304800" cy="304800"/>
            <a:chOff x="9372600" y="2133600"/>
            <a:chExt cx="457200" cy="457200"/>
          </a:xfrm>
        </p:grpSpPr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95F646E1-8B4A-8B3F-18CB-10758FDD3917}"/>
                </a:ext>
              </a:extLst>
            </p:cNvPr>
            <p:cNvSpPr/>
            <p:nvPr/>
          </p:nvSpPr>
          <p:spPr>
            <a:xfrm>
              <a:off x="9372600" y="2133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6"/>
                  </a:lnTo>
                  <a:lnTo>
                    <a:pt x="89364" y="410059"/>
                  </a:lnTo>
                  <a:lnTo>
                    <a:pt x="56638" y="379409"/>
                  </a:lnTo>
                  <a:lnTo>
                    <a:pt x="30520" y="342963"/>
                  </a:lnTo>
                  <a:lnTo>
                    <a:pt x="12015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8"/>
                  </a:lnTo>
                  <a:lnTo>
                    <a:pt x="20264" y="134201"/>
                  </a:lnTo>
                  <a:lnTo>
                    <a:pt x="42683" y="95371"/>
                  </a:lnTo>
                  <a:lnTo>
                    <a:pt x="72248" y="61661"/>
                  </a:lnTo>
                  <a:lnTo>
                    <a:pt x="107820" y="34366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5" y="20266"/>
                  </a:lnTo>
                  <a:lnTo>
                    <a:pt x="361826" y="42685"/>
                  </a:lnTo>
                  <a:lnTo>
                    <a:pt x="395536" y="72249"/>
                  </a:lnTo>
                  <a:lnTo>
                    <a:pt x="422831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5" y="280540"/>
                  </a:lnTo>
                  <a:lnTo>
                    <a:pt x="436933" y="322998"/>
                  </a:lnTo>
                  <a:lnTo>
                    <a:pt x="414512" y="361827"/>
                  </a:lnTo>
                  <a:lnTo>
                    <a:pt x="384949" y="395538"/>
                  </a:lnTo>
                  <a:lnTo>
                    <a:pt x="349376" y="422833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31" name="object 27">
              <a:extLst>
                <a:ext uri="{FF2B5EF4-FFF2-40B4-BE49-F238E27FC236}">
                  <a16:creationId xmlns:a16="http://schemas.microsoft.com/office/drawing/2014/main" id="{1D977852-2E63-D257-5411-90002AE1396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24463" y="2295524"/>
              <a:ext cx="153471" cy="133349"/>
            </a:xfrm>
            <a:prstGeom prst="rect">
              <a:avLst/>
            </a:prstGeom>
          </p:spPr>
        </p:pic>
      </p:grpSp>
      <p:sp>
        <p:nvSpPr>
          <p:cNvPr id="32" name="object 28">
            <a:extLst>
              <a:ext uri="{FF2B5EF4-FFF2-40B4-BE49-F238E27FC236}">
                <a16:creationId xmlns:a16="http://schemas.microsoft.com/office/drawing/2014/main" id="{3CCA8A28-4A54-0CAF-3E44-F1149C97B038}"/>
              </a:ext>
            </a:extLst>
          </p:cNvPr>
          <p:cNvSpPr txBox="1"/>
          <p:nvPr/>
        </p:nvSpPr>
        <p:spPr>
          <a:xfrm>
            <a:off x="6663584" y="1643859"/>
            <a:ext cx="4599361" cy="462092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8467">
              <a:spcBef>
                <a:spcPts val="463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자산 및 서비스 분산</a:t>
            </a:r>
          </a:p>
          <a:p>
            <a:pPr marL="8467">
              <a:spcBef>
                <a:spcPts val="463"/>
              </a:spcBef>
            </a:pP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멀티 클라우드 및 온</a:t>
            </a:r>
            <a:r>
              <a:rPr lang="en-US" altLang="ko-KR" sz="1000" dirty="0">
                <a:latin typeface="SUIT" pitchFamily="2" charset="-127"/>
                <a:ea typeface="SUIT" pitchFamily="2" charset="-127"/>
                <a:cs typeface="Dotum"/>
              </a:rPr>
              <a:t>-</a:t>
            </a:r>
            <a:r>
              <a:rPr lang="ko-KR" altLang="en-US" sz="1000" dirty="0" err="1">
                <a:latin typeface="SUIT" pitchFamily="2" charset="-127"/>
                <a:ea typeface="SUIT" pitchFamily="2" charset="-127"/>
                <a:cs typeface="Dotum"/>
              </a:rPr>
              <a:t>프레미스</a:t>
            </a: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 환경에서  </a:t>
            </a:r>
            <a:r>
              <a:rPr lang="en-US" altLang="ko-KR" sz="1000" dirty="0">
                <a:latin typeface="SUIT" pitchFamily="2" charset="-127"/>
                <a:ea typeface="SUIT" pitchFamily="2" charset="-127"/>
                <a:cs typeface="Dotum"/>
              </a:rPr>
              <a:t>IT </a:t>
            </a: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자산이 분산되어 운영 복잡도 증가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33" name="object 29">
            <a:extLst>
              <a:ext uri="{FF2B5EF4-FFF2-40B4-BE49-F238E27FC236}">
                <a16:creationId xmlns:a16="http://schemas.microsoft.com/office/drawing/2014/main" id="{A75532D8-6C7B-89EB-4518-77EC43CF4176}"/>
              </a:ext>
            </a:extLst>
          </p:cNvPr>
          <p:cNvGrpSpPr/>
          <p:nvPr/>
        </p:nvGrpSpPr>
        <p:grpSpPr>
          <a:xfrm>
            <a:off x="6265652" y="2234471"/>
            <a:ext cx="304800" cy="304800"/>
            <a:chOff x="9372600" y="2819400"/>
            <a:chExt cx="457200" cy="457200"/>
          </a:xfrm>
        </p:grpSpPr>
        <p:sp>
          <p:nvSpPr>
            <p:cNvPr id="34" name="object 30">
              <a:extLst>
                <a:ext uri="{FF2B5EF4-FFF2-40B4-BE49-F238E27FC236}">
                  <a16:creationId xmlns:a16="http://schemas.microsoft.com/office/drawing/2014/main" id="{B71400BC-C0E2-091D-FF9E-915132718DD3}"/>
                </a:ext>
              </a:extLst>
            </p:cNvPr>
            <p:cNvSpPr/>
            <p:nvPr/>
          </p:nvSpPr>
          <p:spPr>
            <a:xfrm>
              <a:off x="9372600" y="2819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5"/>
                  </a:lnTo>
                  <a:lnTo>
                    <a:pt x="89364" y="410059"/>
                  </a:lnTo>
                  <a:lnTo>
                    <a:pt x="56638" y="379409"/>
                  </a:lnTo>
                  <a:lnTo>
                    <a:pt x="30520" y="342963"/>
                  </a:lnTo>
                  <a:lnTo>
                    <a:pt x="12015" y="302122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9"/>
                  </a:lnTo>
                  <a:lnTo>
                    <a:pt x="20264" y="134200"/>
                  </a:lnTo>
                  <a:lnTo>
                    <a:pt x="42683" y="95370"/>
                  </a:lnTo>
                  <a:lnTo>
                    <a:pt x="72248" y="61661"/>
                  </a:lnTo>
                  <a:lnTo>
                    <a:pt x="107820" y="34366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5" y="20265"/>
                  </a:lnTo>
                  <a:lnTo>
                    <a:pt x="361826" y="42685"/>
                  </a:lnTo>
                  <a:lnTo>
                    <a:pt x="395536" y="72249"/>
                  </a:lnTo>
                  <a:lnTo>
                    <a:pt x="422831" y="107821"/>
                  </a:lnTo>
                  <a:lnTo>
                    <a:pt x="442663" y="148034"/>
                  </a:lnTo>
                  <a:lnTo>
                    <a:pt x="454267" y="191344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5" y="280540"/>
                  </a:lnTo>
                  <a:lnTo>
                    <a:pt x="436933" y="322997"/>
                  </a:lnTo>
                  <a:lnTo>
                    <a:pt x="414512" y="361828"/>
                  </a:lnTo>
                  <a:lnTo>
                    <a:pt x="384949" y="395538"/>
                  </a:lnTo>
                  <a:lnTo>
                    <a:pt x="349376" y="422833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35" name="object 31">
              <a:extLst>
                <a:ext uri="{FF2B5EF4-FFF2-40B4-BE49-F238E27FC236}">
                  <a16:creationId xmlns:a16="http://schemas.microsoft.com/office/drawing/2014/main" id="{EE46601B-F0EE-0F8D-B751-3EFFA25708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9732" y="2971799"/>
              <a:ext cx="142934" cy="152161"/>
            </a:xfrm>
            <a:prstGeom prst="rect">
              <a:avLst/>
            </a:prstGeom>
          </p:spPr>
        </p:pic>
      </p:grpSp>
      <p:sp>
        <p:nvSpPr>
          <p:cNvPr id="36" name="object 32">
            <a:extLst>
              <a:ext uri="{FF2B5EF4-FFF2-40B4-BE49-F238E27FC236}">
                <a16:creationId xmlns:a16="http://schemas.microsoft.com/office/drawing/2014/main" id="{10B15354-FF2A-ED0B-1A58-E966ED644EA4}"/>
              </a:ext>
            </a:extLst>
          </p:cNvPr>
          <p:cNvSpPr txBox="1"/>
          <p:nvPr/>
        </p:nvSpPr>
        <p:spPr>
          <a:xfrm>
            <a:off x="6663584" y="2127435"/>
            <a:ext cx="4326800" cy="462092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8467">
              <a:spcBef>
                <a:spcPts val="463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보안 및 업데이트 이슈</a:t>
            </a:r>
          </a:p>
          <a:p>
            <a:pPr marL="8467">
              <a:spcBef>
                <a:spcPts val="463"/>
              </a:spcBef>
            </a:pPr>
            <a:r>
              <a:rPr lang="en-US" altLang="ko-KR" sz="1000" dirty="0">
                <a:latin typeface="SUIT" pitchFamily="2" charset="-127"/>
                <a:ea typeface="SUIT" pitchFamily="2" charset="-127"/>
                <a:cs typeface="Dotum"/>
              </a:rPr>
              <a:t>EOL </a:t>
            </a: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운영체제와 애플리케이션으로 인한 보안 취약점 및 지원 제한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37" name="object 33">
            <a:extLst>
              <a:ext uri="{FF2B5EF4-FFF2-40B4-BE49-F238E27FC236}">
                <a16:creationId xmlns:a16="http://schemas.microsoft.com/office/drawing/2014/main" id="{034D6DBF-21F1-AF93-6EA2-A054C3AFC838}"/>
              </a:ext>
            </a:extLst>
          </p:cNvPr>
          <p:cNvGrpSpPr/>
          <p:nvPr/>
        </p:nvGrpSpPr>
        <p:grpSpPr>
          <a:xfrm>
            <a:off x="6265652" y="2718049"/>
            <a:ext cx="304800" cy="304800"/>
            <a:chOff x="9372600" y="3505200"/>
            <a:chExt cx="457200" cy="457200"/>
          </a:xfrm>
        </p:grpSpPr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82E322FC-68DA-511B-BB3C-FB5EFAE0286C}"/>
                </a:ext>
              </a:extLst>
            </p:cNvPr>
            <p:cNvSpPr/>
            <p:nvPr/>
          </p:nvSpPr>
          <p:spPr>
            <a:xfrm>
              <a:off x="9372600" y="3505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5"/>
                  </a:lnTo>
                  <a:lnTo>
                    <a:pt x="89364" y="410058"/>
                  </a:lnTo>
                  <a:lnTo>
                    <a:pt x="56638" y="379409"/>
                  </a:lnTo>
                  <a:lnTo>
                    <a:pt x="30520" y="342963"/>
                  </a:lnTo>
                  <a:lnTo>
                    <a:pt x="12015" y="302123"/>
                  </a:lnTo>
                  <a:lnTo>
                    <a:pt x="1834" y="258456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9"/>
                  </a:lnTo>
                  <a:lnTo>
                    <a:pt x="20264" y="134200"/>
                  </a:lnTo>
                  <a:lnTo>
                    <a:pt x="42683" y="95371"/>
                  </a:lnTo>
                  <a:lnTo>
                    <a:pt x="72248" y="61661"/>
                  </a:lnTo>
                  <a:lnTo>
                    <a:pt x="107820" y="34366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5" y="20265"/>
                  </a:lnTo>
                  <a:lnTo>
                    <a:pt x="361826" y="42685"/>
                  </a:lnTo>
                  <a:lnTo>
                    <a:pt x="395536" y="72249"/>
                  </a:lnTo>
                  <a:lnTo>
                    <a:pt x="422831" y="107821"/>
                  </a:lnTo>
                  <a:lnTo>
                    <a:pt x="442663" y="148034"/>
                  </a:lnTo>
                  <a:lnTo>
                    <a:pt x="454267" y="191345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5" y="280540"/>
                  </a:lnTo>
                  <a:lnTo>
                    <a:pt x="436933" y="322997"/>
                  </a:lnTo>
                  <a:lnTo>
                    <a:pt x="414512" y="361827"/>
                  </a:lnTo>
                  <a:lnTo>
                    <a:pt x="384949" y="395538"/>
                  </a:lnTo>
                  <a:lnTo>
                    <a:pt x="349376" y="422832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39" name="object 35">
              <a:extLst>
                <a:ext uri="{FF2B5EF4-FFF2-40B4-BE49-F238E27FC236}">
                  <a16:creationId xmlns:a16="http://schemas.microsoft.com/office/drawing/2014/main" id="{A18E667F-A805-23A9-0640-273A46F5EC6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15474" y="3667549"/>
              <a:ext cx="171449" cy="132378"/>
            </a:xfrm>
            <a:prstGeom prst="rect">
              <a:avLst/>
            </a:prstGeom>
          </p:spPr>
        </p:pic>
      </p:grpSp>
      <p:sp>
        <p:nvSpPr>
          <p:cNvPr id="40" name="object 36">
            <a:extLst>
              <a:ext uri="{FF2B5EF4-FFF2-40B4-BE49-F238E27FC236}">
                <a16:creationId xmlns:a16="http://schemas.microsoft.com/office/drawing/2014/main" id="{E284076B-1393-1A83-1C1D-18277AA56D42}"/>
              </a:ext>
            </a:extLst>
          </p:cNvPr>
          <p:cNvSpPr txBox="1"/>
          <p:nvPr/>
        </p:nvSpPr>
        <p:spPr>
          <a:xfrm>
            <a:off x="6663584" y="2611010"/>
            <a:ext cx="4230084" cy="462092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8467">
              <a:spcBef>
                <a:spcPts val="463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유지보수 비용 증가</a:t>
            </a:r>
          </a:p>
          <a:p>
            <a:pPr marL="8467">
              <a:spcBef>
                <a:spcPts val="463"/>
              </a:spcBef>
            </a:pP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노후화된 하드웨어와 분산된 운영 환경으로 인한 유지보수 비용 증가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41" name="object 37">
            <a:extLst>
              <a:ext uri="{FF2B5EF4-FFF2-40B4-BE49-F238E27FC236}">
                <a16:creationId xmlns:a16="http://schemas.microsoft.com/office/drawing/2014/main" id="{DA284FA7-9062-79D8-9C7C-1DC9927889D3}"/>
              </a:ext>
            </a:extLst>
          </p:cNvPr>
          <p:cNvGrpSpPr/>
          <p:nvPr/>
        </p:nvGrpSpPr>
        <p:grpSpPr>
          <a:xfrm>
            <a:off x="6265652" y="3184041"/>
            <a:ext cx="304800" cy="304800"/>
            <a:chOff x="9372600" y="4191000"/>
            <a:chExt cx="457200" cy="457200"/>
          </a:xfrm>
        </p:grpSpPr>
        <p:sp>
          <p:nvSpPr>
            <p:cNvPr id="42" name="object 38">
              <a:extLst>
                <a:ext uri="{FF2B5EF4-FFF2-40B4-BE49-F238E27FC236}">
                  <a16:creationId xmlns:a16="http://schemas.microsoft.com/office/drawing/2014/main" id="{7415AA21-960F-6F46-F44E-CC4A67C44F3F}"/>
                </a:ext>
              </a:extLst>
            </p:cNvPr>
            <p:cNvSpPr/>
            <p:nvPr/>
          </p:nvSpPr>
          <p:spPr>
            <a:xfrm>
              <a:off x="9372600" y="4191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2" y="457199"/>
                  </a:lnTo>
                  <a:lnTo>
                    <a:pt x="213643" y="456832"/>
                  </a:lnTo>
                  <a:lnTo>
                    <a:pt x="169404" y="449529"/>
                  </a:lnTo>
                  <a:lnTo>
                    <a:pt x="127439" y="433735"/>
                  </a:lnTo>
                  <a:lnTo>
                    <a:pt x="89364" y="410059"/>
                  </a:lnTo>
                  <a:lnTo>
                    <a:pt x="56638" y="379409"/>
                  </a:lnTo>
                  <a:lnTo>
                    <a:pt x="30520" y="342963"/>
                  </a:lnTo>
                  <a:lnTo>
                    <a:pt x="12015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1" y="176658"/>
                  </a:lnTo>
                  <a:lnTo>
                    <a:pt x="20264" y="134200"/>
                  </a:lnTo>
                  <a:lnTo>
                    <a:pt x="42683" y="95370"/>
                  </a:lnTo>
                  <a:lnTo>
                    <a:pt x="72248" y="61660"/>
                  </a:lnTo>
                  <a:lnTo>
                    <a:pt x="107820" y="34365"/>
                  </a:lnTo>
                  <a:lnTo>
                    <a:pt x="148034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5" y="20265"/>
                  </a:lnTo>
                  <a:lnTo>
                    <a:pt x="361826" y="42684"/>
                  </a:lnTo>
                  <a:lnTo>
                    <a:pt x="395536" y="72248"/>
                  </a:lnTo>
                  <a:lnTo>
                    <a:pt x="422831" y="107821"/>
                  </a:lnTo>
                  <a:lnTo>
                    <a:pt x="442663" y="148034"/>
                  </a:lnTo>
                  <a:lnTo>
                    <a:pt x="454267" y="191345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5" y="280539"/>
                  </a:lnTo>
                  <a:lnTo>
                    <a:pt x="436933" y="322997"/>
                  </a:lnTo>
                  <a:lnTo>
                    <a:pt x="414512" y="361828"/>
                  </a:lnTo>
                  <a:lnTo>
                    <a:pt x="384949" y="395538"/>
                  </a:lnTo>
                  <a:lnTo>
                    <a:pt x="349376" y="422833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43" name="object 39">
              <a:extLst>
                <a:ext uri="{FF2B5EF4-FFF2-40B4-BE49-F238E27FC236}">
                  <a16:creationId xmlns:a16="http://schemas.microsoft.com/office/drawing/2014/main" id="{96AFBFAF-E85B-13F4-2473-1D763EA6222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06426" y="4345900"/>
              <a:ext cx="187523" cy="149363"/>
            </a:xfrm>
            <a:prstGeom prst="rect">
              <a:avLst/>
            </a:prstGeom>
          </p:spPr>
        </p:pic>
      </p:grpSp>
      <p:sp>
        <p:nvSpPr>
          <p:cNvPr id="44" name="object 40">
            <a:extLst>
              <a:ext uri="{FF2B5EF4-FFF2-40B4-BE49-F238E27FC236}">
                <a16:creationId xmlns:a16="http://schemas.microsoft.com/office/drawing/2014/main" id="{6DA7C6C9-7388-683D-F756-A0DCF56A4CFE}"/>
              </a:ext>
            </a:extLst>
          </p:cNvPr>
          <p:cNvSpPr txBox="1"/>
          <p:nvPr/>
        </p:nvSpPr>
        <p:spPr>
          <a:xfrm>
            <a:off x="6663584" y="3077003"/>
            <a:ext cx="4265253" cy="462092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8467">
              <a:spcBef>
                <a:spcPts val="463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표준화 부재</a:t>
            </a:r>
          </a:p>
          <a:p>
            <a:pPr marL="8467">
              <a:spcBef>
                <a:spcPts val="463"/>
              </a:spcBef>
            </a:pPr>
            <a:r>
              <a:rPr lang="ko-KR" altLang="en-US" sz="1000" dirty="0">
                <a:latin typeface="SUIT" pitchFamily="2" charset="-127"/>
                <a:ea typeface="SUIT" pitchFamily="2" charset="-127"/>
                <a:cs typeface="Dotum"/>
              </a:rPr>
              <a:t>다양한 환경에서 운영되는 시스템 간 표준화 및 통합 관리 어려움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D2BB6676-04C1-C1F7-E7E1-642CFEB0AC82}"/>
              </a:ext>
            </a:extLst>
          </p:cNvPr>
          <p:cNvSpPr txBox="1"/>
          <p:nvPr/>
        </p:nvSpPr>
        <p:spPr>
          <a:xfrm>
            <a:off x="6257185" y="3975142"/>
            <a:ext cx="3654566" cy="257336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600" b="1" spc="-240" dirty="0" err="1">
                <a:latin typeface="SUIT ExtraBold" pitchFamily="2" charset="-127"/>
                <a:ea typeface="SUIT ExtraBold" pitchFamily="2" charset="-127"/>
                <a:cs typeface="Malgun Gothic"/>
              </a:rPr>
              <a:t>미래</a:t>
            </a:r>
            <a:r>
              <a:rPr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173" dirty="0" err="1">
                <a:latin typeface="SUIT ExtraBold" pitchFamily="2" charset="-127"/>
                <a:ea typeface="SUIT ExtraBold" pitchFamily="2" charset="-127"/>
                <a:cs typeface="Malgun Gothic"/>
              </a:rPr>
              <a:t>목표</a:t>
            </a:r>
            <a:r>
              <a:rPr lang="en-US" sz="1600" b="1" spc="-17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173" dirty="0">
                <a:latin typeface="SUIT ExtraBold" pitchFamily="2" charset="-127"/>
                <a:ea typeface="SUIT ExtraBold" pitchFamily="2" charset="-127"/>
                <a:cs typeface="Noto Sans JP"/>
              </a:rPr>
              <a:t>:</a:t>
            </a:r>
            <a:r>
              <a:rPr sz="1600" b="1" spc="40" dirty="0">
                <a:latin typeface="SUIT ExtraBold" pitchFamily="2" charset="-127"/>
                <a:ea typeface="SUIT ExtraBold" pitchFamily="2" charset="-127"/>
                <a:cs typeface="Noto Sans JP"/>
              </a:rPr>
              <a:t> </a:t>
            </a:r>
            <a:r>
              <a:rPr sz="1600" b="1" spc="-63" dirty="0">
                <a:latin typeface="SUIT ExtraBold" pitchFamily="2" charset="-127"/>
                <a:ea typeface="SUIT ExtraBold" pitchFamily="2" charset="-127"/>
                <a:cs typeface="Noto Sans JP"/>
              </a:rPr>
              <a:t>Azure</a:t>
            </a:r>
            <a:r>
              <a:rPr sz="1600" b="1" spc="7" dirty="0">
                <a:latin typeface="SUIT ExtraBold" pitchFamily="2" charset="-127"/>
                <a:ea typeface="SUIT ExtraBold" pitchFamily="2" charset="-127"/>
                <a:cs typeface="Noto Sans JP"/>
              </a:rPr>
              <a:t> </a:t>
            </a:r>
            <a:r>
              <a:rPr sz="1600" b="1" spc="-240" dirty="0" err="1">
                <a:latin typeface="SUIT ExtraBold" pitchFamily="2" charset="-127"/>
                <a:ea typeface="SUIT ExtraBold" pitchFamily="2" charset="-127"/>
                <a:cs typeface="Malgun Gothic"/>
              </a:rPr>
              <a:t>통합</a:t>
            </a:r>
            <a:r>
              <a:rPr lang="en-US" sz="1600" b="1" spc="-133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600" b="1" spc="-263" dirty="0" err="1">
                <a:latin typeface="SUIT ExtraBold" pitchFamily="2" charset="-127"/>
                <a:ea typeface="SUIT ExtraBold" pitchFamily="2" charset="-127"/>
                <a:cs typeface="Malgun Gothic"/>
              </a:rPr>
              <a:t>운영</a:t>
            </a:r>
            <a:endParaRPr sz="16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6773B9DA-CE7B-8E0F-FC05-373AA8F25259}"/>
              </a:ext>
            </a:extLst>
          </p:cNvPr>
          <p:cNvSpPr txBox="1"/>
          <p:nvPr/>
        </p:nvSpPr>
        <p:spPr>
          <a:xfrm>
            <a:off x="7082684" y="4405393"/>
            <a:ext cx="4356107" cy="5488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8467">
              <a:spcBef>
                <a:spcPts val="800"/>
              </a:spcBef>
            </a:pPr>
            <a:r>
              <a:rPr sz="1333" b="1" spc="-240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Malgun Gothic"/>
              </a:rPr>
              <a:t>전체</a:t>
            </a:r>
            <a:r>
              <a:rPr sz="1333" b="1" spc="-133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300" b="1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Noto Sans JP"/>
              </a:rPr>
              <a:t>IT</a:t>
            </a:r>
            <a:r>
              <a:rPr sz="1300" b="1" spc="-67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Noto Sans JP"/>
              </a:rPr>
              <a:t> </a:t>
            </a:r>
            <a:r>
              <a:rPr sz="1333" b="1" spc="-240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Malgun Gothic"/>
              </a:rPr>
              <a:t>자원의</a:t>
            </a:r>
            <a:r>
              <a:rPr sz="1333" b="1" spc="-133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300" b="1" spc="-63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Noto Sans JP"/>
              </a:rPr>
              <a:t>Azure</a:t>
            </a:r>
            <a:r>
              <a:rPr sz="1300" b="1" spc="7" dirty="0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Noto Sans JP"/>
              </a:rPr>
              <a:t> </a:t>
            </a:r>
            <a:r>
              <a:rPr sz="1333" b="1" spc="-257" dirty="0" err="1">
                <a:solidFill>
                  <a:srgbClr val="0078D4"/>
                </a:solidFill>
                <a:latin typeface="SUIT ExtraBold" pitchFamily="2" charset="-127"/>
                <a:ea typeface="SUIT ExtraBold" pitchFamily="2" charset="-127"/>
                <a:cs typeface="Malgun Gothic"/>
              </a:rPr>
              <a:t>통합</a:t>
            </a:r>
            <a:endParaRPr lang="en-US" sz="1333" b="1" spc="-257" dirty="0">
              <a:solidFill>
                <a:srgbClr val="0078D4"/>
              </a:solidFill>
              <a:latin typeface="SUIT ExtraBold" pitchFamily="2" charset="-127"/>
              <a:ea typeface="SUIT ExtraBold" pitchFamily="2" charset="-127"/>
              <a:cs typeface="Malgun Gothic"/>
            </a:endParaRPr>
          </a:p>
          <a:p>
            <a:pPr marL="8467">
              <a:spcBef>
                <a:spcPts val="800"/>
              </a:spcBef>
            </a:pPr>
            <a:r>
              <a:rPr lang="ko-KR" altLang="en-US" sz="900" dirty="0">
                <a:latin typeface="SUIT ExtraBold" pitchFamily="2" charset="-127"/>
                <a:ea typeface="SUIT ExtraBold" pitchFamily="2" charset="-127"/>
                <a:cs typeface="Malgun Gothic"/>
              </a:rPr>
              <a:t>분산된 모든 </a:t>
            </a:r>
            <a:r>
              <a:rPr lang="en-US" altLang="ko-KR" sz="900" dirty="0">
                <a:latin typeface="SUIT ExtraBold" pitchFamily="2" charset="-127"/>
                <a:ea typeface="SUIT ExtraBold" pitchFamily="2" charset="-127"/>
                <a:cs typeface="Malgun Gothic"/>
              </a:rPr>
              <a:t>IT </a:t>
            </a:r>
            <a:r>
              <a:rPr lang="ko-KR" altLang="en-US" sz="900" dirty="0">
                <a:latin typeface="SUIT ExtraBold" pitchFamily="2" charset="-127"/>
                <a:ea typeface="SUIT ExtraBold" pitchFamily="2" charset="-127"/>
                <a:cs typeface="Malgun Gothic"/>
              </a:rPr>
              <a:t>자원을 단일 </a:t>
            </a:r>
            <a:r>
              <a:rPr lang="en-US" altLang="ko-KR" sz="900" dirty="0">
                <a:latin typeface="SUIT ExtraBold" pitchFamily="2" charset="-127"/>
                <a:ea typeface="SUIT ExtraBold" pitchFamily="2" charset="-127"/>
                <a:cs typeface="Malgun Gothic"/>
              </a:rPr>
              <a:t>Azure </a:t>
            </a:r>
            <a:r>
              <a:rPr lang="ko-KR" altLang="en-US" sz="900" dirty="0">
                <a:latin typeface="SUIT ExtraBold" pitchFamily="2" charset="-127"/>
                <a:ea typeface="SUIT ExtraBold" pitchFamily="2" charset="-127"/>
                <a:cs typeface="Malgun Gothic"/>
              </a:rPr>
              <a:t>환경으로 통합하여 관리 효율성 및 비용 최적화 실현</a:t>
            </a:r>
            <a:endParaRPr sz="9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47" name="object 43">
            <a:extLst>
              <a:ext uri="{FF2B5EF4-FFF2-40B4-BE49-F238E27FC236}">
                <a16:creationId xmlns:a16="http://schemas.microsoft.com/office/drawing/2014/main" id="{659E20A8-34A6-18D3-09DB-CDFD878DC33E}"/>
              </a:ext>
            </a:extLst>
          </p:cNvPr>
          <p:cNvGrpSpPr/>
          <p:nvPr/>
        </p:nvGrpSpPr>
        <p:grpSpPr>
          <a:xfrm>
            <a:off x="6430751" y="5197221"/>
            <a:ext cx="2730500" cy="381000"/>
            <a:chOff x="9620249" y="6915150"/>
            <a:chExt cx="4095750" cy="571500"/>
          </a:xfrm>
        </p:grpSpPr>
        <p:pic>
          <p:nvPicPr>
            <p:cNvPr id="48" name="object 44">
              <a:extLst>
                <a:ext uri="{FF2B5EF4-FFF2-40B4-BE49-F238E27FC236}">
                  <a16:creationId xmlns:a16="http://schemas.microsoft.com/office/drawing/2014/main" id="{A8F8FBE0-3FDE-8122-B5C3-75EC7D0633E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20249" y="6915150"/>
              <a:ext cx="190499" cy="190499"/>
            </a:xfrm>
            <a:prstGeom prst="rect">
              <a:avLst/>
            </a:prstGeom>
          </p:spPr>
        </p:pic>
        <p:pic>
          <p:nvPicPr>
            <p:cNvPr id="49" name="object 45">
              <a:extLst>
                <a:ext uri="{FF2B5EF4-FFF2-40B4-BE49-F238E27FC236}">
                  <a16:creationId xmlns:a16="http://schemas.microsoft.com/office/drawing/2014/main" id="{3683EBE0-0C48-4B47-2028-FA6B4A67B29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25499" y="6915150"/>
              <a:ext cx="190499" cy="190499"/>
            </a:xfrm>
            <a:prstGeom prst="rect">
              <a:avLst/>
            </a:prstGeom>
          </p:spPr>
        </p:pic>
        <p:pic>
          <p:nvPicPr>
            <p:cNvPr id="50" name="object 46">
              <a:extLst>
                <a:ext uri="{FF2B5EF4-FFF2-40B4-BE49-F238E27FC236}">
                  <a16:creationId xmlns:a16="http://schemas.microsoft.com/office/drawing/2014/main" id="{5C0F876B-6EA8-6144-4BF1-3786172829D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20249" y="7296149"/>
              <a:ext cx="190499" cy="190499"/>
            </a:xfrm>
            <a:prstGeom prst="rect">
              <a:avLst/>
            </a:prstGeom>
          </p:spPr>
        </p:pic>
        <p:pic>
          <p:nvPicPr>
            <p:cNvPr id="51" name="object 47">
              <a:extLst>
                <a:ext uri="{FF2B5EF4-FFF2-40B4-BE49-F238E27FC236}">
                  <a16:creationId xmlns:a16="http://schemas.microsoft.com/office/drawing/2014/main" id="{285BC90A-3385-953D-9D5F-5C9B0166864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25499" y="7296149"/>
              <a:ext cx="190499" cy="190499"/>
            </a:xfrm>
            <a:prstGeom prst="rect">
              <a:avLst/>
            </a:prstGeom>
          </p:spPr>
        </p:pic>
      </p:grpSp>
      <p:sp>
        <p:nvSpPr>
          <p:cNvPr id="52" name="object 48">
            <a:extLst>
              <a:ext uri="{FF2B5EF4-FFF2-40B4-BE49-F238E27FC236}">
                <a16:creationId xmlns:a16="http://schemas.microsoft.com/office/drawing/2014/main" id="{1B51C3CC-935C-B832-4065-100FF54369A7}"/>
              </a:ext>
            </a:extLst>
          </p:cNvPr>
          <p:cNvSpPr txBox="1"/>
          <p:nvPr/>
        </p:nvSpPr>
        <p:spPr>
          <a:xfrm>
            <a:off x="6600085" y="5165605"/>
            <a:ext cx="2218600" cy="162010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온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-</a:t>
            </a:r>
            <a:r>
              <a:rPr lang="ko-KR" altLang="en-US" sz="1000" b="1" dirty="0" err="1">
                <a:latin typeface="SUIT" pitchFamily="2" charset="-127"/>
                <a:ea typeface="SUIT" pitchFamily="2" charset="-127"/>
                <a:cs typeface="Noto Sans JP"/>
              </a:rPr>
              <a:t>프레미스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 서버의 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Azure 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이전 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(1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차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)</a:t>
            </a:r>
            <a:endParaRPr sz="1000" b="1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53" name="object 49">
            <a:extLst>
              <a:ext uri="{FF2B5EF4-FFF2-40B4-BE49-F238E27FC236}">
                <a16:creationId xmlns:a16="http://schemas.microsoft.com/office/drawing/2014/main" id="{5AF05DF6-AF80-E18D-C639-43B7BFE24334}"/>
              </a:ext>
            </a:extLst>
          </p:cNvPr>
          <p:cNvSpPr txBox="1"/>
          <p:nvPr/>
        </p:nvSpPr>
        <p:spPr>
          <a:xfrm>
            <a:off x="9203586" y="5165605"/>
            <a:ext cx="2446222" cy="162010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KT Cloud 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워크로드 통합 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(2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차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)</a:t>
            </a:r>
            <a:endParaRPr sz="1000" b="1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54" name="object 50">
            <a:extLst>
              <a:ext uri="{FF2B5EF4-FFF2-40B4-BE49-F238E27FC236}">
                <a16:creationId xmlns:a16="http://schemas.microsoft.com/office/drawing/2014/main" id="{9AE3E1CB-E9B8-4010-9314-DDF4208A60F7}"/>
              </a:ext>
            </a:extLst>
          </p:cNvPr>
          <p:cNvSpPr txBox="1"/>
          <p:nvPr/>
        </p:nvSpPr>
        <p:spPr>
          <a:xfrm>
            <a:off x="6600084" y="5419605"/>
            <a:ext cx="1750285" cy="162010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AWS 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서비스 마이그레이션 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(3</a:t>
            </a:r>
            <a:r>
              <a:rPr lang="ko-KR" altLang="en-US" sz="1000" b="1" dirty="0">
                <a:latin typeface="SUIT" pitchFamily="2" charset="-127"/>
                <a:ea typeface="SUIT" pitchFamily="2" charset="-127"/>
                <a:cs typeface="Noto Sans JP"/>
              </a:rPr>
              <a:t>차</a:t>
            </a:r>
            <a:r>
              <a:rPr lang="en-US" altLang="ko-KR" sz="1000" b="1" dirty="0">
                <a:latin typeface="SUIT" pitchFamily="2" charset="-127"/>
                <a:ea typeface="SUIT" pitchFamily="2" charset="-127"/>
                <a:cs typeface="Noto Sans JP"/>
              </a:rPr>
              <a:t>)</a:t>
            </a:r>
            <a:endParaRPr sz="1000" b="1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55" name="object 51">
            <a:extLst>
              <a:ext uri="{FF2B5EF4-FFF2-40B4-BE49-F238E27FC236}">
                <a16:creationId xmlns:a16="http://schemas.microsoft.com/office/drawing/2014/main" id="{FD3F2A03-E3C8-0AD4-BED9-19494BC284E5}"/>
              </a:ext>
            </a:extLst>
          </p:cNvPr>
          <p:cNvSpPr txBox="1"/>
          <p:nvPr/>
        </p:nvSpPr>
        <p:spPr>
          <a:xfrm>
            <a:off x="9203585" y="5423196"/>
            <a:ext cx="1558199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lang="ko-KR" altLang="en-US" sz="1000" b="1" dirty="0">
                <a:latin typeface="SUIT" pitchFamily="2" charset="-127"/>
                <a:ea typeface="SUIT" pitchFamily="2" charset="-127"/>
                <a:cs typeface="Dotum"/>
              </a:rPr>
              <a:t>통합 관리체계 구축</a:t>
            </a:r>
            <a:endParaRPr sz="10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56" name="object 52">
            <a:extLst>
              <a:ext uri="{FF2B5EF4-FFF2-40B4-BE49-F238E27FC236}">
                <a16:creationId xmlns:a16="http://schemas.microsoft.com/office/drawing/2014/main" id="{BAC72D7D-158A-AAFE-D756-8841F0BEBE0A}"/>
              </a:ext>
            </a:extLst>
          </p:cNvPr>
          <p:cNvSpPr txBox="1"/>
          <p:nvPr/>
        </p:nvSpPr>
        <p:spPr>
          <a:xfrm>
            <a:off x="859684" y="3787226"/>
            <a:ext cx="3496656" cy="474916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179917" indent="-171450">
              <a:spcBef>
                <a:spcPts val="463"/>
              </a:spcBef>
              <a:buFont typeface="Wingdings" panose="05000000000000000000" pitchFamily="2" charset="2"/>
              <a:buChar char="l"/>
            </a:pPr>
            <a:r>
              <a:rPr sz="1400" b="1" spc="-217" dirty="0" err="1">
                <a:latin typeface="SUIT" pitchFamily="2" charset="-127"/>
                <a:ea typeface="SUIT" pitchFamily="2" charset="-127"/>
                <a:cs typeface="Dotum"/>
              </a:rPr>
              <a:t>레거시</a:t>
            </a:r>
            <a:r>
              <a:rPr sz="1400" b="1" spc="-9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400" b="1" spc="-230" dirty="0" err="1">
                <a:latin typeface="SUIT" pitchFamily="2" charset="-127"/>
                <a:ea typeface="SUIT" pitchFamily="2" charset="-127"/>
                <a:cs typeface="Dotum"/>
              </a:rPr>
              <a:t>운영</a:t>
            </a:r>
            <a:r>
              <a:rPr lang="en-US" sz="1400" b="1" spc="-23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400" b="1" spc="-230" dirty="0" err="1">
                <a:latin typeface="SUIT" pitchFamily="2" charset="-127"/>
                <a:ea typeface="SUIT" pitchFamily="2" charset="-127"/>
                <a:cs typeface="Dotum"/>
              </a:rPr>
              <a:t>체제</a:t>
            </a:r>
            <a:endParaRPr sz="1400" b="1" dirty="0"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323"/>
              </a:spcBef>
            </a:pPr>
            <a:r>
              <a:rPr sz="1000" spc="-60" dirty="0">
                <a:latin typeface="SUIT" pitchFamily="2" charset="-127"/>
                <a:ea typeface="SUIT" pitchFamily="2" charset="-127"/>
                <a:cs typeface="Noto Sans JP"/>
              </a:rPr>
              <a:t>C</a:t>
            </a:r>
            <a:r>
              <a:rPr lang="en-US" sz="1000" spc="-60" dirty="0">
                <a:latin typeface="SUIT" pitchFamily="2" charset="-127"/>
                <a:ea typeface="SUIT" pitchFamily="2" charset="-127"/>
                <a:cs typeface="Noto Sans JP"/>
              </a:rPr>
              <a:t>entOS 6 (EOL), CentOS 7 (EOL </a:t>
            </a:r>
            <a:r>
              <a:rPr lang="ko-KR" altLang="en-US" sz="1000" spc="-60" dirty="0">
                <a:latin typeface="SUIT" pitchFamily="2" charset="-127"/>
                <a:ea typeface="SUIT" pitchFamily="2" charset="-127"/>
                <a:cs typeface="Noto Sans JP"/>
              </a:rPr>
              <a:t>임박</a:t>
            </a:r>
            <a:r>
              <a:rPr lang="en-US" altLang="ko-KR" sz="1000" spc="-60" dirty="0">
                <a:latin typeface="SUIT" pitchFamily="2" charset="-127"/>
                <a:ea typeface="SUIT" pitchFamily="2" charset="-127"/>
                <a:cs typeface="Noto Sans JP"/>
              </a:rPr>
              <a:t>)</a:t>
            </a:r>
            <a:endParaRPr sz="1000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62" name="object 58">
            <a:extLst>
              <a:ext uri="{FF2B5EF4-FFF2-40B4-BE49-F238E27FC236}">
                <a16:creationId xmlns:a16="http://schemas.microsoft.com/office/drawing/2014/main" id="{916BFCD5-4096-05D2-B839-29961320AF6F}"/>
              </a:ext>
            </a:extLst>
          </p:cNvPr>
          <p:cNvSpPr txBox="1"/>
          <p:nvPr/>
        </p:nvSpPr>
        <p:spPr>
          <a:xfrm>
            <a:off x="859685" y="4278930"/>
            <a:ext cx="3151598" cy="474916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179917" indent="-171450">
              <a:spcBef>
                <a:spcPts val="463"/>
              </a:spcBef>
              <a:buFont typeface="Wingdings" panose="05000000000000000000" pitchFamily="2" charset="2"/>
              <a:buChar char="l"/>
            </a:pPr>
            <a:r>
              <a:rPr sz="1400" b="1" spc="-223" dirty="0">
                <a:latin typeface="SUIT" pitchFamily="2" charset="-127"/>
                <a:ea typeface="SUIT" pitchFamily="2" charset="-127"/>
                <a:cs typeface="Dotum"/>
              </a:rPr>
              <a:t>데이터베이스</a:t>
            </a:r>
            <a:endParaRPr sz="1400" b="1" dirty="0"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323"/>
              </a:spcBef>
            </a:pPr>
            <a:r>
              <a:rPr sz="1000" spc="-67" dirty="0">
                <a:latin typeface="SUIT" pitchFamily="2" charset="-127"/>
                <a:ea typeface="SUIT" pitchFamily="2" charset="-127"/>
                <a:cs typeface="Noto Sans JP"/>
              </a:rPr>
              <a:t>M</a:t>
            </a:r>
            <a:r>
              <a:rPr lang="en-US" altLang="ko-KR" sz="1000" spc="-67" dirty="0">
                <a:latin typeface="SUIT" pitchFamily="2" charset="-127"/>
                <a:ea typeface="SUIT" pitchFamily="2" charset="-127"/>
                <a:cs typeface="Noto Sans JP"/>
              </a:rPr>
              <a:t>ySQL 5.6, MySQL 5.7 (</a:t>
            </a:r>
            <a:r>
              <a:rPr lang="ko-KR" altLang="en-US" sz="1000" spc="-67" dirty="0">
                <a:latin typeface="SUIT" pitchFamily="2" charset="-127"/>
                <a:ea typeface="SUIT" pitchFamily="2" charset="-127"/>
                <a:cs typeface="Noto Sans JP"/>
              </a:rPr>
              <a:t>지원 종료 예정</a:t>
            </a:r>
            <a:r>
              <a:rPr lang="en-US" altLang="ko-KR" sz="1000" spc="-67" dirty="0">
                <a:latin typeface="SUIT" pitchFamily="2" charset="-127"/>
                <a:ea typeface="SUIT" pitchFamily="2" charset="-127"/>
                <a:cs typeface="Noto Sans JP"/>
              </a:rPr>
              <a:t>)</a:t>
            </a:r>
            <a:endParaRPr sz="1000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63" name="object 59">
            <a:extLst>
              <a:ext uri="{FF2B5EF4-FFF2-40B4-BE49-F238E27FC236}">
                <a16:creationId xmlns:a16="http://schemas.microsoft.com/office/drawing/2014/main" id="{174C2573-BA9E-4379-F8A5-3F554AAC8253}"/>
              </a:ext>
            </a:extLst>
          </p:cNvPr>
          <p:cNvSpPr txBox="1"/>
          <p:nvPr/>
        </p:nvSpPr>
        <p:spPr>
          <a:xfrm>
            <a:off x="859684" y="4770634"/>
            <a:ext cx="2513243" cy="474916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179917" indent="-171450">
              <a:spcBef>
                <a:spcPts val="463"/>
              </a:spcBef>
              <a:buFont typeface="Wingdings" panose="05000000000000000000" pitchFamily="2" charset="2"/>
              <a:buChar char="l"/>
            </a:pPr>
            <a:r>
              <a:rPr lang="ko-KR" altLang="en-US" sz="1400" b="1" spc="-223" dirty="0">
                <a:latin typeface="SUIT" pitchFamily="2" charset="-127"/>
                <a:ea typeface="SUIT" pitchFamily="2" charset="-127"/>
                <a:cs typeface="Dotum"/>
              </a:rPr>
              <a:t>애플리케이션</a:t>
            </a:r>
            <a:endParaRPr lang="ko-KR" altLang="en-US" sz="1400" b="1" dirty="0"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323"/>
              </a:spcBef>
            </a:pPr>
            <a:r>
              <a:rPr lang="ko-KR" altLang="en-US" sz="1000" spc="30" dirty="0" err="1">
                <a:latin typeface="SUIT" pitchFamily="2" charset="-127"/>
                <a:ea typeface="SUIT" pitchFamily="2" charset="-127"/>
                <a:cs typeface="Noto Sans JP"/>
              </a:rPr>
              <a:t>구버전</a:t>
            </a:r>
            <a:r>
              <a:rPr lang="ko-KR" altLang="en-US" sz="1000" spc="30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lang="en-US" altLang="ko-KR" sz="1000" spc="-76" dirty="0">
                <a:latin typeface="SUIT" pitchFamily="2" charset="-127"/>
                <a:ea typeface="SUIT" pitchFamily="2" charset="-127"/>
                <a:cs typeface="Noto Sans JP"/>
              </a:rPr>
              <a:t>PHP</a:t>
            </a:r>
            <a:r>
              <a:rPr lang="ko-KR" altLang="en-US" sz="1000" spc="-76" dirty="0">
                <a:latin typeface="SUIT" pitchFamily="2" charset="-127"/>
                <a:ea typeface="SUIT" pitchFamily="2" charset="-127"/>
                <a:cs typeface="Noto Sans JP"/>
              </a:rPr>
              <a:t> 등</a:t>
            </a:r>
            <a:r>
              <a:rPr lang="ko-KR" altLang="en-US" sz="1000" spc="30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lang="en-US" altLang="ko-KR" sz="1000" spc="30" dirty="0">
                <a:latin typeface="SUIT" pitchFamily="2" charset="-127"/>
                <a:ea typeface="SUIT" pitchFamily="2" charset="-127"/>
                <a:cs typeface="Noto Sans JP"/>
              </a:rPr>
              <a:t>EOL</a:t>
            </a:r>
            <a:r>
              <a:rPr lang="ko-KR" altLang="en-US" sz="1000" spc="30" dirty="0">
                <a:latin typeface="SUIT" pitchFamily="2" charset="-127"/>
                <a:ea typeface="SUIT" pitchFamily="2" charset="-127"/>
                <a:cs typeface="Noto Sans JP"/>
              </a:rPr>
              <a:t>된 애플리케이션 다수</a:t>
            </a:r>
            <a:endParaRPr lang="ko-KR" altLang="en-US"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92" name="object 60">
            <a:extLst>
              <a:ext uri="{FF2B5EF4-FFF2-40B4-BE49-F238E27FC236}">
                <a16:creationId xmlns:a16="http://schemas.microsoft.com/office/drawing/2014/main" id="{6F408FFD-2B29-2E6F-9790-0F16F5739A88}"/>
              </a:ext>
            </a:extLst>
          </p:cNvPr>
          <p:cNvSpPr txBox="1"/>
          <p:nvPr/>
        </p:nvSpPr>
        <p:spPr>
          <a:xfrm>
            <a:off x="859685" y="5253716"/>
            <a:ext cx="1524847" cy="474916"/>
          </a:xfrm>
          <a:prstGeom prst="rect">
            <a:avLst/>
          </a:prstGeom>
        </p:spPr>
        <p:txBody>
          <a:bodyPr vert="horz" wrap="square" lIns="0" tIns="58843" rIns="0" bIns="0" rtlCol="0">
            <a:spAutoFit/>
          </a:bodyPr>
          <a:lstStyle/>
          <a:p>
            <a:pPr marL="179917" indent="-171450">
              <a:spcBef>
                <a:spcPts val="463"/>
              </a:spcBef>
              <a:buFont typeface="Wingdings" panose="05000000000000000000" pitchFamily="2" charset="2"/>
              <a:buChar char="l"/>
            </a:pPr>
            <a:r>
              <a:rPr lang="ko-KR" altLang="en-US" sz="1400" b="1" spc="-217" dirty="0">
                <a:latin typeface="SUIT" pitchFamily="2" charset="-127"/>
                <a:ea typeface="SUIT" pitchFamily="2" charset="-127"/>
                <a:cs typeface="Dotum"/>
              </a:rPr>
              <a:t>내부</a:t>
            </a:r>
            <a:r>
              <a:rPr sz="1400" b="1" spc="-10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400" b="1" spc="-233" dirty="0">
                <a:latin typeface="SUIT" pitchFamily="2" charset="-127"/>
                <a:ea typeface="SUIT" pitchFamily="2" charset="-127"/>
                <a:cs typeface="Dotum"/>
              </a:rPr>
              <a:t>시스템</a:t>
            </a:r>
            <a:endParaRPr sz="1400" b="1" dirty="0"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323"/>
              </a:spcBef>
            </a:pPr>
            <a:r>
              <a:rPr lang="ko-KR" altLang="en-US" sz="1050" spc="30" dirty="0" err="1">
                <a:latin typeface="SUIT" pitchFamily="2" charset="-127"/>
                <a:ea typeface="SUIT" pitchFamily="2" charset="-127"/>
                <a:cs typeface="Noto Sans JP"/>
              </a:rPr>
              <a:t>교육포털</a:t>
            </a:r>
            <a:r>
              <a:rPr lang="en-US" altLang="ko-KR" sz="1050" spc="30" dirty="0">
                <a:latin typeface="SUIT" pitchFamily="2" charset="-127"/>
                <a:ea typeface="SUIT" pitchFamily="2" charset="-127"/>
                <a:cs typeface="Noto Sans JP"/>
              </a:rPr>
              <a:t>, </a:t>
            </a:r>
            <a:r>
              <a:rPr lang="ko-KR" altLang="en-US" sz="1050" spc="30" dirty="0">
                <a:latin typeface="SUIT" pitchFamily="2" charset="-127"/>
                <a:ea typeface="SUIT" pitchFamily="2" charset="-127"/>
                <a:cs typeface="Noto Sans JP"/>
              </a:rPr>
              <a:t>쇼핑몰 등</a:t>
            </a:r>
            <a:endParaRPr sz="105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94" name="object 12">
            <a:extLst>
              <a:ext uri="{FF2B5EF4-FFF2-40B4-BE49-F238E27FC236}">
                <a16:creationId xmlns:a16="http://schemas.microsoft.com/office/drawing/2014/main" id="{79D8DBEC-68E1-4A24-E8DC-13002C77BD2E}"/>
              </a:ext>
            </a:extLst>
          </p:cNvPr>
          <p:cNvSpPr/>
          <p:nvPr/>
        </p:nvSpPr>
        <p:spPr>
          <a:xfrm>
            <a:off x="4900281" y="191750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799" y="609599"/>
                </a:moveTo>
                <a:lnTo>
                  <a:pt x="260076" y="606300"/>
                </a:lnTo>
                <a:lnTo>
                  <a:pt x="216321" y="596474"/>
                </a:lnTo>
                <a:lnTo>
                  <a:pt x="174480" y="580335"/>
                </a:lnTo>
                <a:lnTo>
                  <a:pt x="135461" y="558231"/>
                </a:lnTo>
                <a:lnTo>
                  <a:pt x="100108" y="530641"/>
                </a:lnTo>
                <a:lnTo>
                  <a:pt x="69186" y="498162"/>
                </a:lnTo>
                <a:lnTo>
                  <a:pt x="43363" y="461498"/>
                </a:lnTo>
                <a:lnTo>
                  <a:pt x="23200" y="421441"/>
                </a:lnTo>
                <a:lnTo>
                  <a:pt x="9133" y="378860"/>
                </a:lnTo>
                <a:lnTo>
                  <a:pt x="1467" y="334675"/>
                </a:lnTo>
                <a:lnTo>
                  <a:pt x="0" y="304799"/>
                </a:lnTo>
                <a:lnTo>
                  <a:pt x="366" y="289844"/>
                </a:lnTo>
                <a:lnTo>
                  <a:pt x="5856" y="245336"/>
                </a:lnTo>
                <a:lnTo>
                  <a:pt x="17816" y="202115"/>
                </a:lnTo>
                <a:lnTo>
                  <a:pt x="35989" y="161118"/>
                </a:lnTo>
                <a:lnTo>
                  <a:pt x="59981" y="123230"/>
                </a:lnTo>
                <a:lnTo>
                  <a:pt x="89273" y="89273"/>
                </a:lnTo>
                <a:lnTo>
                  <a:pt x="123230" y="59981"/>
                </a:lnTo>
                <a:lnTo>
                  <a:pt x="161118" y="35990"/>
                </a:lnTo>
                <a:lnTo>
                  <a:pt x="202115" y="17817"/>
                </a:lnTo>
                <a:lnTo>
                  <a:pt x="245336" y="5856"/>
                </a:lnTo>
                <a:lnTo>
                  <a:pt x="289844" y="367"/>
                </a:lnTo>
                <a:lnTo>
                  <a:pt x="304799" y="0"/>
                </a:lnTo>
                <a:lnTo>
                  <a:pt x="319755" y="367"/>
                </a:lnTo>
                <a:lnTo>
                  <a:pt x="364263" y="5856"/>
                </a:lnTo>
                <a:lnTo>
                  <a:pt x="407484" y="17817"/>
                </a:lnTo>
                <a:lnTo>
                  <a:pt x="448481" y="35990"/>
                </a:lnTo>
                <a:lnTo>
                  <a:pt x="486368" y="59981"/>
                </a:lnTo>
                <a:lnTo>
                  <a:pt x="520325" y="89273"/>
                </a:lnTo>
                <a:lnTo>
                  <a:pt x="549617" y="123230"/>
                </a:lnTo>
                <a:lnTo>
                  <a:pt x="573609" y="161118"/>
                </a:lnTo>
                <a:lnTo>
                  <a:pt x="591782" y="202115"/>
                </a:lnTo>
                <a:lnTo>
                  <a:pt x="603742" y="245336"/>
                </a:lnTo>
                <a:lnTo>
                  <a:pt x="609233" y="289844"/>
                </a:lnTo>
                <a:lnTo>
                  <a:pt x="609599" y="304799"/>
                </a:lnTo>
                <a:lnTo>
                  <a:pt x="609233" y="319755"/>
                </a:lnTo>
                <a:lnTo>
                  <a:pt x="603742" y="364263"/>
                </a:lnTo>
                <a:lnTo>
                  <a:pt x="591782" y="407483"/>
                </a:lnTo>
                <a:lnTo>
                  <a:pt x="573609" y="448481"/>
                </a:lnTo>
                <a:lnTo>
                  <a:pt x="549617" y="486369"/>
                </a:lnTo>
                <a:lnTo>
                  <a:pt x="520325" y="520325"/>
                </a:lnTo>
                <a:lnTo>
                  <a:pt x="486368" y="549617"/>
                </a:lnTo>
                <a:lnTo>
                  <a:pt x="448481" y="573609"/>
                </a:lnTo>
                <a:lnTo>
                  <a:pt x="407484" y="591782"/>
                </a:lnTo>
                <a:lnTo>
                  <a:pt x="364263" y="603742"/>
                </a:lnTo>
                <a:lnTo>
                  <a:pt x="319755" y="609232"/>
                </a:lnTo>
                <a:lnTo>
                  <a:pt x="304799" y="6095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178FA139-18F6-3D90-89EA-AD0E6094F7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0887" y="2042978"/>
            <a:ext cx="242376" cy="155814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B430DDE9-0D3D-7E0B-F9B9-9B3A8AE13A34}"/>
              </a:ext>
            </a:extLst>
          </p:cNvPr>
          <p:cNvSpPr txBox="1"/>
          <p:nvPr/>
        </p:nvSpPr>
        <p:spPr>
          <a:xfrm>
            <a:off x="543464" y="2418276"/>
            <a:ext cx="16562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SUIT" pitchFamily="2" charset="-127"/>
                <a:ea typeface="SUIT" pitchFamily="2" charset="-127"/>
              </a:rPr>
              <a:t>온</a:t>
            </a:r>
            <a:r>
              <a:rPr lang="en-US" altLang="ko-KR" sz="1400" b="1" dirty="0">
                <a:latin typeface="SUIT" pitchFamily="2" charset="-127"/>
                <a:ea typeface="SUIT" pitchFamily="2" charset="-127"/>
              </a:rPr>
              <a:t>-</a:t>
            </a:r>
            <a:r>
              <a:rPr lang="ko-KR" altLang="en-US" sz="1400" b="1" dirty="0" err="1">
                <a:latin typeface="SUIT" pitchFamily="2" charset="-127"/>
                <a:ea typeface="SUIT" pitchFamily="2" charset="-127"/>
              </a:rPr>
              <a:t>프레미스</a:t>
            </a:r>
            <a:endParaRPr lang="ko-KR" altLang="en-US" sz="1400" b="1" dirty="0">
              <a:latin typeface="SUIT" pitchFamily="2" charset="-127"/>
              <a:ea typeface="SUIT" pitchFamily="2" charset="-127"/>
            </a:endParaRPr>
          </a:p>
          <a:p>
            <a:pPr algn="ctr"/>
            <a:r>
              <a:rPr lang="ko-KR" altLang="en-US" sz="1050" dirty="0">
                <a:latin typeface="SUIT" pitchFamily="2" charset="-127"/>
                <a:ea typeface="SUIT" pitchFamily="2" charset="-127"/>
              </a:rPr>
              <a:t>다수서버</a:t>
            </a:r>
          </a:p>
          <a:p>
            <a:pPr algn="ctr"/>
            <a:r>
              <a:rPr lang="ko-KR" altLang="en-US" sz="1050" dirty="0">
                <a:latin typeface="SUIT" pitchFamily="2" charset="-127"/>
                <a:ea typeface="SUIT" pitchFamily="2" charset="-127"/>
              </a:rPr>
              <a:t>레거시 시스템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A1F553D-B0B1-AD6F-0C7F-E992286483A5}"/>
              </a:ext>
            </a:extLst>
          </p:cNvPr>
          <p:cNvSpPr txBox="1"/>
          <p:nvPr/>
        </p:nvSpPr>
        <p:spPr>
          <a:xfrm>
            <a:off x="2403890" y="2418276"/>
            <a:ext cx="16562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SUIT" pitchFamily="2" charset="-127"/>
                <a:ea typeface="SUIT" pitchFamily="2" charset="-127"/>
              </a:rPr>
              <a:t>KT Cloud</a:t>
            </a:r>
          </a:p>
          <a:p>
            <a:pPr algn="ctr"/>
            <a:r>
              <a:rPr lang="ko-KR" altLang="en-US" sz="1050" dirty="0">
                <a:latin typeface="SUIT" pitchFamily="2" charset="-127"/>
                <a:ea typeface="SUIT" pitchFamily="2" charset="-127"/>
              </a:rPr>
              <a:t>플랫폼 초기 구축</a:t>
            </a:r>
          </a:p>
          <a:p>
            <a:pPr algn="ctr"/>
            <a:r>
              <a:rPr lang="en-US" altLang="ko-KR" sz="1050" dirty="0">
                <a:latin typeface="SUIT" pitchFamily="2" charset="-127"/>
                <a:ea typeface="SUIT" pitchFamily="2" charset="-127"/>
              </a:rPr>
              <a:t>Zone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지원 종료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5ECA132-46B4-F59C-CF1D-4D25DA32EFFF}"/>
              </a:ext>
            </a:extLst>
          </p:cNvPr>
          <p:cNvSpPr txBox="1"/>
          <p:nvPr/>
        </p:nvSpPr>
        <p:spPr>
          <a:xfrm>
            <a:off x="4264316" y="2418276"/>
            <a:ext cx="1656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SUIT" pitchFamily="2" charset="-127"/>
                <a:ea typeface="SUIT" pitchFamily="2" charset="-127"/>
              </a:rPr>
              <a:t>AWS</a:t>
            </a:r>
          </a:p>
          <a:p>
            <a:pPr algn="ctr"/>
            <a:r>
              <a:rPr lang="ko-KR" altLang="en-US" sz="1050" dirty="0">
                <a:latin typeface="SUIT" pitchFamily="2" charset="-127"/>
                <a:ea typeface="SUIT" pitchFamily="2" charset="-127"/>
              </a:rPr>
              <a:t>일부 이용</a:t>
            </a:r>
            <a:endParaRPr lang="en-US" altLang="ko-KR" sz="1050" dirty="0">
              <a:latin typeface="SUIT" pitchFamily="2" charset="-127"/>
              <a:ea typeface="SUIT" pitchFamily="2" charset="-127"/>
            </a:endParaRPr>
          </a:p>
          <a:p>
            <a:pPr algn="ctr"/>
            <a:r>
              <a:rPr lang="ko-KR" altLang="en-US" sz="1050" dirty="0">
                <a:latin typeface="SUIT" pitchFamily="2" charset="-127"/>
                <a:ea typeface="SUIT" pitchFamily="2" charset="-127"/>
              </a:rPr>
              <a:t>해외 서비스</a:t>
            </a:r>
          </a:p>
          <a:p>
            <a:pPr algn="ctr"/>
            <a:endParaRPr lang="ko-KR" altLang="en-US" sz="900" dirty="0"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722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A160-4C9C-3CDA-B87A-0E785C56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E96BC7-C76A-9E38-7B3D-3C26B2CDD5E4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8ACA1A-7F2F-F5D4-ED9B-F0A821C63FE0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6E53F04B-B033-8D8B-5412-478935395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BFDF6C-2999-366A-B38C-A4B3A239EE55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pic>
        <p:nvPicPr>
          <p:cNvPr id="2" name="Picture 2" descr="다이어그램은 복제 프로세스의 아키텍처를 보여 줍니다.">
            <a:extLst>
              <a:ext uri="{FF2B5EF4-FFF2-40B4-BE49-F238E27FC236}">
                <a16:creationId xmlns:a16="http://schemas.microsoft.com/office/drawing/2014/main" id="{F1C27BA9-CFCB-BF10-9D33-0A4CDD099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432" y="653848"/>
            <a:ext cx="8388452" cy="477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E11B43-CA8E-0959-C52D-EADF5C8E1D0F}"/>
              </a:ext>
            </a:extLst>
          </p:cNvPr>
          <p:cNvSpPr txBox="1"/>
          <p:nvPr/>
        </p:nvSpPr>
        <p:spPr>
          <a:xfrm>
            <a:off x="1592092" y="5598666"/>
            <a:ext cx="9578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 </a:t>
            </a:r>
            <a:r>
              <a:rPr lang="en-US" altLang="ko-KR" b="1" dirty="0">
                <a:latin typeface="SUIT" pitchFamily="2" charset="-127"/>
                <a:ea typeface="SUIT" pitchFamily="2" charset="-127"/>
              </a:rPr>
              <a:t>Azure Migrate Appliance</a:t>
            </a:r>
            <a:r>
              <a:rPr lang="en-US" altLang="ko-KR" dirty="0">
                <a:latin typeface="SUIT" pitchFamily="2" charset="-127"/>
                <a:ea typeface="SUIT" pitchFamily="2" charset="-127"/>
              </a:rPr>
              <a:t> </a:t>
            </a:r>
            <a:r>
              <a:rPr lang="ko-KR" altLang="en-US" dirty="0">
                <a:latin typeface="SUIT" pitchFamily="2" charset="-127"/>
                <a:ea typeface="SUIT" pitchFamily="2" charset="-127"/>
              </a:rPr>
              <a:t>에서 에이전트 설치 없이 자동화된 자산 평가 진행</a:t>
            </a:r>
            <a:endParaRPr lang="en-US" altLang="ko-KR" dirty="0">
              <a:latin typeface="SUIT" pitchFamily="2" charset="-127"/>
              <a:ea typeface="SUIT" pitchFamily="2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latin typeface="SUIT" pitchFamily="2" charset="-127"/>
                <a:ea typeface="SUIT" pitchFamily="2" charset="-127"/>
              </a:rPr>
              <a:t> 평가 완료 후 선택적으로 </a:t>
            </a:r>
            <a:r>
              <a:rPr lang="ko-KR" altLang="en-US" b="1" dirty="0">
                <a:latin typeface="SUIT" pitchFamily="2" charset="-127"/>
                <a:ea typeface="SUIT" pitchFamily="2" charset="-127"/>
              </a:rPr>
              <a:t>모바일 서비스 에이전트</a:t>
            </a:r>
            <a:r>
              <a:rPr lang="ko-KR" altLang="en-US" dirty="0">
                <a:latin typeface="SUIT" pitchFamily="2" charset="-127"/>
                <a:ea typeface="SUIT" pitchFamily="2" charset="-127"/>
              </a:rPr>
              <a:t>를 설치하고 </a:t>
            </a:r>
            <a:r>
              <a:rPr lang="en-US" altLang="ko-KR" dirty="0">
                <a:latin typeface="SUIT" pitchFamily="2" charset="-127"/>
                <a:ea typeface="SUIT" pitchFamily="2" charset="-127"/>
              </a:rPr>
              <a:t>Azure</a:t>
            </a:r>
            <a:r>
              <a:rPr lang="ko-KR" altLang="en-US" dirty="0">
                <a:latin typeface="SUIT" pitchFamily="2" charset="-127"/>
                <a:ea typeface="SUIT" pitchFamily="2" charset="-127"/>
              </a:rPr>
              <a:t>로 마이그레이션 자동화</a:t>
            </a:r>
            <a:endParaRPr lang="en-US" altLang="ko-KR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07C80-AC7A-7EFD-C424-B17CF716BCEC}"/>
              </a:ext>
            </a:extLst>
          </p:cNvPr>
          <p:cNvSpPr txBox="1"/>
          <p:nvPr/>
        </p:nvSpPr>
        <p:spPr>
          <a:xfrm>
            <a:off x="122816" y="174903"/>
            <a:ext cx="8115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b="1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03</a:t>
            </a: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.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Azure Migrate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아키텍처</a:t>
            </a:r>
          </a:p>
        </p:txBody>
      </p:sp>
    </p:spTree>
    <p:extLst>
      <p:ext uri="{BB962C8B-B14F-4D97-AF65-F5344CB8AC3E}">
        <p14:creationId xmlns:p14="http://schemas.microsoft.com/office/powerpoint/2010/main" val="154413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4779-6098-3F96-339B-32D174A6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7D6D7C-7720-6AC9-B925-001515AE6F81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7758E1-11D1-D879-F32E-6F3CE13570FB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77738E54-8D3D-0A95-E6A2-78339877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86E730-B0E6-922C-D5F2-E70827CD7370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0C468F-56D7-74BD-BD55-0B14FAF3E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65057"/>
              </p:ext>
            </p:extLst>
          </p:nvPr>
        </p:nvGraphicFramePr>
        <p:xfrm>
          <a:off x="517582" y="1132279"/>
          <a:ext cx="10990054" cy="475956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39813">
                  <a:extLst>
                    <a:ext uri="{9D8B030D-6E8A-4147-A177-3AD203B41FA5}">
                      <a16:colId xmlns:a16="http://schemas.microsoft.com/office/drawing/2014/main" val="3040324748"/>
                    </a:ext>
                  </a:extLst>
                </a:gridCol>
                <a:gridCol w="1037329">
                  <a:extLst>
                    <a:ext uri="{9D8B030D-6E8A-4147-A177-3AD203B41FA5}">
                      <a16:colId xmlns:a16="http://schemas.microsoft.com/office/drawing/2014/main" val="1211846780"/>
                    </a:ext>
                  </a:extLst>
                </a:gridCol>
                <a:gridCol w="1762706">
                  <a:extLst>
                    <a:ext uri="{9D8B030D-6E8A-4147-A177-3AD203B41FA5}">
                      <a16:colId xmlns:a16="http://schemas.microsoft.com/office/drawing/2014/main" val="819038483"/>
                    </a:ext>
                  </a:extLst>
                </a:gridCol>
                <a:gridCol w="1161670">
                  <a:extLst>
                    <a:ext uri="{9D8B030D-6E8A-4147-A177-3AD203B41FA5}">
                      <a16:colId xmlns:a16="http://schemas.microsoft.com/office/drawing/2014/main" val="2785336385"/>
                    </a:ext>
                  </a:extLst>
                </a:gridCol>
                <a:gridCol w="1597134">
                  <a:extLst>
                    <a:ext uri="{9D8B030D-6E8A-4147-A177-3AD203B41FA5}">
                      <a16:colId xmlns:a16="http://schemas.microsoft.com/office/drawing/2014/main" val="163069412"/>
                    </a:ext>
                  </a:extLst>
                </a:gridCol>
                <a:gridCol w="1597134">
                  <a:extLst>
                    <a:ext uri="{9D8B030D-6E8A-4147-A177-3AD203B41FA5}">
                      <a16:colId xmlns:a16="http://schemas.microsoft.com/office/drawing/2014/main" val="1489712076"/>
                    </a:ext>
                  </a:extLst>
                </a:gridCol>
                <a:gridCol w="1597134">
                  <a:extLst>
                    <a:ext uri="{9D8B030D-6E8A-4147-A177-3AD203B41FA5}">
                      <a16:colId xmlns:a16="http://schemas.microsoft.com/office/drawing/2014/main" val="254438261"/>
                    </a:ext>
                  </a:extLst>
                </a:gridCol>
                <a:gridCol w="1597134">
                  <a:extLst>
                    <a:ext uri="{9D8B030D-6E8A-4147-A177-3AD203B41FA5}">
                      <a16:colId xmlns:a16="http://schemas.microsoft.com/office/drawing/2014/main" val="3205831584"/>
                    </a:ext>
                  </a:extLst>
                </a:gridCol>
              </a:tblGrid>
              <a:tr h="1041866"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주차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기간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주요 작업 항목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담당 팀 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WEEK1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WEEK2</a:t>
                      </a:r>
                      <a:endParaRPr lang="ko-KR" altLang="en-US" sz="11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WEEK3</a:t>
                      </a:r>
                      <a:endParaRPr lang="ko-KR" altLang="en-US" sz="11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WEEK4</a:t>
                      </a:r>
                      <a:endParaRPr lang="ko-KR" altLang="en-US" sz="11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88907"/>
                  </a:ext>
                </a:extLst>
              </a:tr>
              <a:tr h="309808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1</a:t>
                      </a:r>
                      <a:r>
                        <a:rPr lang="ko-KR" altLang="en-US" sz="1000" dirty="0">
                          <a:latin typeface="SUIT SemiBold"/>
                        </a:rPr>
                        <a:t>주차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2025.08.04 ~ 08.08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 err="1">
                          <a:latin typeface="SUIT SemiBold"/>
                        </a:rPr>
                        <a:t>어플라이언스</a:t>
                      </a:r>
                      <a:r>
                        <a:rPr lang="ko-KR" altLang="en-US" sz="1000" dirty="0">
                          <a:latin typeface="SUIT SemiBold"/>
                        </a:rPr>
                        <a:t> 환경 구성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인프라 담당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773089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369051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82748"/>
                  </a:ext>
                </a:extLst>
              </a:tr>
              <a:tr h="309808">
                <a:tc rowSpan="3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주차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2025.08.11 ~ 08.15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평가 중간 점점 및 </a:t>
                      </a:r>
                      <a:endParaRPr lang="en-US" altLang="ko-KR" sz="1000" dirty="0">
                        <a:latin typeface="SUIT SemiBold"/>
                      </a:endParaRPr>
                    </a:p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1</a:t>
                      </a:r>
                      <a:r>
                        <a:rPr lang="ko-KR" altLang="en-US" sz="1000" dirty="0">
                          <a:latin typeface="SUIT SemiBold"/>
                        </a:rPr>
                        <a:t>차 리포트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인프라팀 </a:t>
                      </a:r>
                      <a:r>
                        <a:rPr lang="en-US" altLang="ko-KR" sz="1000" dirty="0">
                          <a:latin typeface="SUIT SemiBold"/>
                        </a:rPr>
                        <a:t>/ </a:t>
                      </a:r>
                      <a:r>
                        <a:rPr lang="ko-KR" altLang="en-US" sz="1000" dirty="0">
                          <a:latin typeface="SUIT SemiBold"/>
                        </a:rPr>
                        <a:t>개발팀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979109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825179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407290"/>
                  </a:ext>
                </a:extLst>
              </a:tr>
              <a:tr h="309808">
                <a:tc rowSpan="3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주차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2025.08.18 ~ 08.22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평가 최종 점검 및</a:t>
                      </a:r>
                      <a:endParaRPr lang="en-US" altLang="ko-KR" sz="1000" dirty="0">
                        <a:latin typeface="SUIT SemiBold"/>
                      </a:endParaRPr>
                    </a:p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최종 리포트</a:t>
                      </a:r>
                      <a:endParaRPr lang="en-US" altLang="ko-KR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인프라팀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227209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75599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990573"/>
                  </a:ext>
                </a:extLst>
              </a:tr>
              <a:tr h="309808">
                <a:tc rowSpan="3"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주차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2025.08.25 ~ 08.29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Azure </a:t>
                      </a:r>
                      <a:r>
                        <a:rPr lang="ko-KR" altLang="en-US" sz="1000" dirty="0">
                          <a:latin typeface="SUIT SemiBold"/>
                        </a:rPr>
                        <a:t>평가 완료 및 </a:t>
                      </a:r>
                      <a:endParaRPr lang="en-US" altLang="ko-KR" sz="1000" dirty="0">
                        <a:latin typeface="SUIT SemiBold"/>
                      </a:endParaRPr>
                    </a:p>
                    <a:p>
                      <a:pPr algn="ctr">
                        <a:defRPr sz="1200"/>
                      </a:pPr>
                      <a:r>
                        <a:rPr lang="ko-KR" altLang="en-US" sz="1000" dirty="0">
                          <a:latin typeface="SUIT SemiBold"/>
                        </a:rPr>
                        <a:t>견적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altLang="ko-KR" sz="1000" dirty="0">
                          <a:latin typeface="SUIT SemiBold"/>
                        </a:rPr>
                        <a:t>DB</a:t>
                      </a:r>
                      <a:r>
                        <a:rPr lang="ko-KR" altLang="en-US" sz="1000" dirty="0">
                          <a:latin typeface="SUIT SemiBold"/>
                        </a:rPr>
                        <a:t>팀 </a:t>
                      </a:r>
                      <a:r>
                        <a:rPr lang="en-US" altLang="ko-KR" sz="1000" dirty="0">
                          <a:latin typeface="SUIT SemiBold"/>
                        </a:rPr>
                        <a:t>/ </a:t>
                      </a:r>
                      <a:r>
                        <a:rPr lang="ko-KR" altLang="en-US" sz="1000" dirty="0">
                          <a:latin typeface="SUIT SemiBold"/>
                        </a:rPr>
                        <a:t>운영팀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092588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99916"/>
                  </a:ext>
                </a:extLst>
              </a:tr>
              <a:tr h="309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endParaRPr lang="ko-KR" altLang="en-US" sz="1000" dirty="0">
                        <a:latin typeface="SUIT SemiBold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289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486D786-05CC-9237-B06D-3418E221865E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05.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프로젝트 일정표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(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예시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)</a:t>
            </a:r>
            <a:endParaRPr lang="ko-KR" altLang="en-US" sz="2800" dirty="0">
              <a:solidFill>
                <a:srgbClr val="1C1C1B"/>
              </a:solidFill>
              <a:latin typeface="SUIT ExtraBold" pitchFamily="2" charset="-127"/>
              <a:ea typeface="SUIT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973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B888-856D-12D3-2224-D404EF2F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3038C6A-0A1C-42B5-C97E-8146282C3FCB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A82DA3-DCA5-FDB1-568A-66497A2F6D02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BC1258C8-179F-A005-1727-3E569025B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E67AA6-B112-DD2B-2599-FF7AA4923216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BCBA3EA0-5174-C6C0-4FF5-E675A28C35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999" y="2181092"/>
            <a:ext cx="5435599" cy="124459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8FE3489-2492-F2C3-8333-12214C643A42}"/>
              </a:ext>
            </a:extLst>
          </p:cNvPr>
          <p:cNvSpPr txBox="1"/>
          <p:nvPr/>
        </p:nvSpPr>
        <p:spPr>
          <a:xfrm>
            <a:off x="499533" y="1293931"/>
            <a:ext cx="11163380" cy="546731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8467">
              <a:spcBef>
                <a:spcPts val="83"/>
              </a:spcBef>
            </a:pPr>
            <a:r>
              <a:rPr lang="en-US" altLang="ko-KR" sz="2000" b="1" dirty="0">
                <a:latin typeface="SUIT" pitchFamily="2" charset="-127"/>
                <a:ea typeface="SUIT" pitchFamily="2" charset="-127"/>
                <a:cs typeface="Noto Sans JP"/>
              </a:rPr>
              <a:t>Microsoft</a:t>
            </a:r>
            <a:r>
              <a:rPr lang="ko-KR" altLang="en-US" sz="2000" b="1" dirty="0">
                <a:latin typeface="SUIT" pitchFamily="2" charset="-127"/>
                <a:ea typeface="SUIT" pitchFamily="2" charset="-127"/>
                <a:cs typeface="Noto Sans JP"/>
              </a:rPr>
              <a:t>의 표준 마이그레이션 도구</a:t>
            </a:r>
          </a:p>
          <a:p>
            <a:pPr marL="8467">
              <a:spcBef>
                <a:spcPts val="83"/>
              </a:spcBef>
            </a:pP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Azure Migrate</a:t>
            </a:r>
            <a:r>
              <a:rPr lang="ko-KR" altLang="en-US" sz="1400" dirty="0">
                <a:latin typeface="SUIT" pitchFamily="2" charset="-127"/>
                <a:ea typeface="SUIT" pitchFamily="2" charset="-127"/>
                <a:cs typeface="Noto Sans JP"/>
              </a:rPr>
              <a:t>는 온</a:t>
            </a: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-</a:t>
            </a:r>
            <a:r>
              <a:rPr lang="ko-KR" altLang="en-US" sz="1400" dirty="0" err="1">
                <a:latin typeface="SUIT" pitchFamily="2" charset="-127"/>
                <a:ea typeface="SUIT" pitchFamily="2" charset="-127"/>
                <a:cs typeface="Noto Sans JP"/>
              </a:rPr>
              <a:t>프레미스</a:t>
            </a:r>
            <a:r>
              <a:rPr lang="ko-KR" altLang="en-US" sz="1400" dirty="0">
                <a:latin typeface="SUIT" pitchFamily="2" charset="-127"/>
                <a:ea typeface="SUIT" pitchFamily="2" charset="-127"/>
                <a:cs typeface="Noto Sans JP"/>
              </a:rPr>
              <a:t> 서버</a:t>
            </a: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, </a:t>
            </a:r>
            <a:r>
              <a:rPr lang="ko-KR" altLang="en-US" sz="1400" dirty="0">
                <a:latin typeface="SUIT" pitchFamily="2" charset="-127"/>
                <a:ea typeface="SUIT" pitchFamily="2" charset="-127"/>
                <a:cs typeface="Noto Sans JP"/>
              </a:rPr>
              <a:t>인프라 및 애플리케이션을 검색</a:t>
            </a: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, </a:t>
            </a:r>
            <a:r>
              <a:rPr lang="ko-KR" altLang="en-US" sz="1400" dirty="0">
                <a:latin typeface="SUIT" pitchFamily="2" charset="-127"/>
                <a:ea typeface="SUIT" pitchFamily="2" charset="-127"/>
                <a:cs typeface="Noto Sans JP"/>
              </a:rPr>
              <a:t>평가 및 </a:t>
            </a: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lang="ko-KR" altLang="en-US" sz="1400" dirty="0">
                <a:latin typeface="SUIT" pitchFamily="2" charset="-127"/>
                <a:ea typeface="SUIT" pitchFamily="2" charset="-127"/>
                <a:cs typeface="Noto Sans JP"/>
              </a:rPr>
              <a:t>로 마이그레이션하는 통합 허브 서비스입니다</a:t>
            </a:r>
            <a:r>
              <a:rPr lang="en-US" altLang="ko-KR" sz="1400" dirty="0">
                <a:latin typeface="SUIT" pitchFamily="2" charset="-127"/>
                <a:ea typeface="SUIT" pitchFamily="2" charset="-127"/>
                <a:cs typeface="Noto Sans JP"/>
              </a:rPr>
              <a:t>.</a:t>
            </a:r>
            <a:endParaRPr sz="1400" dirty="0">
              <a:latin typeface="SUIT" pitchFamily="2" charset="-127"/>
              <a:ea typeface="SUIT" pitchFamily="2" charset="-127"/>
              <a:cs typeface="Noto Sans JP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17D784-D918-DC0C-CB51-C53A7EB313B3}"/>
              </a:ext>
            </a:extLst>
          </p:cNvPr>
          <p:cNvSpPr txBox="1"/>
          <p:nvPr/>
        </p:nvSpPr>
        <p:spPr>
          <a:xfrm>
            <a:off x="982133" y="2564413"/>
            <a:ext cx="1985354" cy="35394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467">
              <a:spcBef>
                <a:spcPts val="160"/>
              </a:spcBef>
            </a:pPr>
            <a:r>
              <a:rPr lang="ko-KR" altLang="en-US" sz="1100" b="1" dirty="0">
                <a:latin typeface="SUIT" pitchFamily="2" charset="-127"/>
                <a:ea typeface="SUIT" pitchFamily="2" charset="-127"/>
                <a:cs typeface="Dotum"/>
              </a:rPr>
              <a:t>통합 검색</a:t>
            </a:r>
          </a:p>
          <a:p>
            <a:pPr marL="8467">
              <a:spcBef>
                <a:spcPts val="160"/>
              </a:spcBef>
            </a:pP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단일 도구로 서버</a:t>
            </a:r>
            <a:r>
              <a:rPr lang="en-US" altLang="ko-KR" sz="90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데이터베이스</a:t>
            </a:r>
            <a:r>
              <a:rPr lang="en-US" altLang="ko-KR" sz="90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900" dirty="0" err="1">
                <a:latin typeface="SUIT" pitchFamily="2" charset="-127"/>
                <a:ea typeface="SUIT" pitchFamily="2" charset="-127"/>
                <a:cs typeface="Dotum"/>
              </a:rPr>
              <a:t>웹앱</a:t>
            </a: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 검색</a:t>
            </a:r>
            <a:endParaRPr sz="9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FE0390C-78B8-68DD-712A-1AF7EC31FEE8}"/>
              </a:ext>
            </a:extLst>
          </p:cNvPr>
          <p:cNvSpPr txBox="1"/>
          <p:nvPr/>
        </p:nvSpPr>
        <p:spPr>
          <a:xfrm>
            <a:off x="3598333" y="2564413"/>
            <a:ext cx="2051969" cy="35394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467">
              <a:spcBef>
                <a:spcPts val="160"/>
              </a:spcBef>
            </a:pPr>
            <a:r>
              <a:rPr lang="ko-KR" altLang="en-US" sz="1100" b="1" dirty="0">
                <a:latin typeface="SUIT" pitchFamily="2" charset="-127"/>
                <a:ea typeface="SUIT" pitchFamily="2" charset="-127"/>
                <a:cs typeface="Dotum"/>
              </a:rPr>
              <a:t>성능 기반 평가</a:t>
            </a:r>
          </a:p>
          <a:p>
            <a:pPr marL="8467">
              <a:spcBef>
                <a:spcPts val="160"/>
              </a:spcBef>
            </a:pP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실제 리소스 사용률에 기반한 권장사항</a:t>
            </a:r>
            <a:endParaRPr sz="9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053305-361F-3E2E-384F-61B08617B87B}"/>
              </a:ext>
            </a:extLst>
          </p:cNvPr>
          <p:cNvSpPr txBox="1"/>
          <p:nvPr/>
        </p:nvSpPr>
        <p:spPr>
          <a:xfrm>
            <a:off x="982133" y="2962665"/>
            <a:ext cx="1692056" cy="35394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467">
              <a:spcBef>
                <a:spcPts val="160"/>
              </a:spcBef>
            </a:pPr>
            <a:r>
              <a:rPr lang="ko-KR" altLang="en-US" sz="1100" b="1" dirty="0">
                <a:latin typeface="SUIT" pitchFamily="2" charset="-127"/>
                <a:ea typeface="SUIT" pitchFamily="2" charset="-127"/>
                <a:cs typeface="Dotum"/>
              </a:rPr>
              <a:t>종속성 시각화</a:t>
            </a:r>
          </a:p>
          <a:p>
            <a:pPr marL="8467">
              <a:spcBef>
                <a:spcPts val="160"/>
              </a:spcBef>
            </a:pP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서버 간 통신 및 종속성 자동 매핑</a:t>
            </a:r>
            <a:endParaRPr sz="9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7AFD0E5-F53F-49BA-4D2C-8A884EEE320F}"/>
              </a:ext>
            </a:extLst>
          </p:cNvPr>
          <p:cNvSpPr txBox="1"/>
          <p:nvPr/>
        </p:nvSpPr>
        <p:spPr>
          <a:xfrm>
            <a:off x="3598333" y="2959481"/>
            <a:ext cx="1922573" cy="35266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8467">
              <a:spcBef>
                <a:spcPts val="150"/>
              </a:spcBef>
            </a:pPr>
            <a:r>
              <a:rPr lang="en-US" altLang="ko-KR" sz="1100" b="1" dirty="0">
                <a:latin typeface="SUIT" pitchFamily="2" charset="-127"/>
                <a:ea typeface="SUIT" pitchFamily="2" charset="-127"/>
                <a:cs typeface="Dotum"/>
              </a:rPr>
              <a:t>TCO </a:t>
            </a:r>
            <a:r>
              <a:rPr lang="ko-KR" altLang="en-US" sz="1100" b="1" dirty="0">
                <a:latin typeface="SUIT" pitchFamily="2" charset="-127"/>
                <a:ea typeface="SUIT" pitchFamily="2" charset="-127"/>
                <a:cs typeface="Dotum"/>
              </a:rPr>
              <a:t>계산</a:t>
            </a:r>
          </a:p>
          <a:p>
            <a:pPr marL="8467">
              <a:spcBef>
                <a:spcPts val="150"/>
              </a:spcBef>
            </a:pPr>
            <a:r>
              <a:rPr lang="en-US" altLang="ko-KR" sz="900" dirty="0">
                <a:latin typeface="SUIT" pitchFamily="2" charset="-127"/>
                <a:ea typeface="SUIT" pitchFamily="2" charset="-127"/>
                <a:cs typeface="Dotum"/>
              </a:rPr>
              <a:t>Azure </a:t>
            </a:r>
            <a:r>
              <a:rPr lang="ko-KR" altLang="en-US" sz="900" dirty="0">
                <a:latin typeface="SUIT" pitchFamily="2" charset="-127"/>
                <a:ea typeface="SUIT" pitchFamily="2" charset="-127"/>
                <a:cs typeface="Dotum"/>
              </a:rPr>
              <a:t>전환 비용 및 절감 효과 산출</a:t>
            </a:r>
            <a:endParaRPr sz="9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4CC0DFF-8DB2-8CA5-4B4F-5E3CCBEA55CA}"/>
              </a:ext>
            </a:extLst>
          </p:cNvPr>
          <p:cNvSpPr txBox="1"/>
          <p:nvPr/>
        </p:nvSpPr>
        <p:spPr>
          <a:xfrm>
            <a:off x="525411" y="3667415"/>
            <a:ext cx="987213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지원하는</a:t>
            </a:r>
            <a:r>
              <a:rPr sz="1200" b="1" spc="-117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sz="1200" b="1" spc="-230" dirty="0">
                <a:latin typeface="SUIT ExtraBold" pitchFamily="2" charset="-127"/>
                <a:ea typeface="SUIT ExtraBold" pitchFamily="2" charset="-127"/>
                <a:cs typeface="Malgun Gothic"/>
              </a:rPr>
              <a:t>워크로드</a:t>
            </a:r>
            <a:endParaRPr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C96F54B1-4109-7249-417B-B394106B36A0}"/>
              </a:ext>
            </a:extLst>
          </p:cNvPr>
          <p:cNvGrpSpPr/>
          <p:nvPr/>
        </p:nvGrpSpPr>
        <p:grpSpPr>
          <a:xfrm>
            <a:off x="508000" y="3959092"/>
            <a:ext cx="1746250" cy="603250"/>
            <a:chOff x="761999" y="5562599"/>
            <a:chExt cx="2619375" cy="904875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140F7DF4-E27E-5C0A-9BDA-A26F0E013A53}"/>
                </a:ext>
              </a:extLst>
            </p:cNvPr>
            <p:cNvSpPr/>
            <p:nvPr/>
          </p:nvSpPr>
          <p:spPr>
            <a:xfrm>
              <a:off x="761999" y="5562599"/>
              <a:ext cx="2619375" cy="904875"/>
            </a:xfrm>
            <a:custGeom>
              <a:avLst/>
              <a:gdLst/>
              <a:ahLst/>
              <a:cxnLst/>
              <a:rect l="l" t="t" r="r" b="b"/>
              <a:pathLst>
                <a:path w="2619375" h="904875">
                  <a:moveTo>
                    <a:pt x="2548178" y="904874"/>
                  </a:moveTo>
                  <a:lnTo>
                    <a:pt x="71196" y="904874"/>
                  </a:lnTo>
                  <a:lnTo>
                    <a:pt x="66241" y="904386"/>
                  </a:lnTo>
                  <a:lnTo>
                    <a:pt x="29705" y="889252"/>
                  </a:lnTo>
                  <a:lnTo>
                    <a:pt x="3885" y="853212"/>
                  </a:lnTo>
                  <a:lnTo>
                    <a:pt x="0" y="833678"/>
                  </a:lnTo>
                  <a:lnTo>
                    <a:pt x="0" y="8286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48178" y="0"/>
                  </a:lnTo>
                  <a:lnTo>
                    <a:pt x="2589669" y="15621"/>
                  </a:lnTo>
                  <a:lnTo>
                    <a:pt x="2615488" y="51661"/>
                  </a:lnTo>
                  <a:lnTo>
                    <a:pt x="2619374" y="71196"/>
                  </a:lnTo>
                  <a:lnTo>
                    <a:pt x="2619374" y="833678"/>
                  </a:lnTo>
                  <a:lnTo>
                    <a:pt x="2603752" y="875169"/>
                  </a:lnTo>
                  <a:lnTo>
                    <a:pt x="2567712" y="900988"/>
                  </a:lnTo>
                  <a:lnTo>
                    <a:pt x="2553133" y="904386"/>
                  </a:lnTo>
                  <a:lnTo>
                    <a:pt x="2548178" y="9048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B33E6F73-C4D6-DA05-30EB-A2468DC75747}"/>
                </a:ext>
              </a:extLst>
            </p:cNvPr>
            <p:cNvSpPr/>
            <p:nvPr/>
          </p:nvSpPr>
          <p:spPr>
            <a:xfrm>
              <a:off x="1924049" y="5732859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50031" y="107156"/>
                  </a:moveTo>
                  <a:lnTo>
                    <a:pt x="35718" y="107156"/>
                  </a:lnTo>
                  <a:lnTo>
                    <a:pt x="21826" y="104345"/>
                  </a:lnTo>
                  <a:lnTo>
                    <a:pt x="10471" y="96684"/>
                  </a:lnTo>
                  <a:lnTo>
                    <a:pt x="2810" y="85329"/>
                  </a:lnTo>
                  <a:lnTo>
                    <a:pt x="0" y="71437"/>
                  </a:lnTo>
                  <a:lnTo>
                    <a:pt x="0" y="35718"/>
                  </a:lnTo>
                  <a:lnTo>
                    <a:pt x="2810" y="21826"/>
                  </a:lnTo>
                  <a:lnTo>
                    <a:pt x="10471" y="10471"/>
                  </a:lnTo>
                  <a:lnTo>
                    <a:pt x="21826" y="2810"/>
                  </a:lnTo>
                  <a:lnTo>
                    <a:pt x="35718" y="0"/>
                  </a:lnTo>
                  <a:lnTo>
                    <a:pt x="250031" y="0"/>
                  </a:lnTo>
                  <a:lnTo>
                    <a:pt x="263923" y="2810"/>
                  </a:lnTo>
                  <a:lnTo>
                    <a:pt x="275278" y="10471"/>
                  </a:lnTo>
                  <a:lnTo>
                    <a:pt x="282939" y="21826"/>
                  </a:lnTo>
                  <a:lnTo>
                    <a:pt x="285750" y="35718"/>
                  </a:lnTo>
                  <a:lnTo>
                    <a:pt x="285750" y="40183"/>
                  </a:lnTo>
                  <a:lnTo>
                    <a:pt x="190212" y="40183"/>
                  </a:lnTo>
                  <a:lnTo>
                    <a:pt x="188503" y="40523"/>
                  </a:lnTo>
                  <a:lnTo>
                    <a:pt x="178593" y="51801"/>
                  </a:lnTo>
                  <a:lnTo>
                    <a:pt x="178593" y="55354"/>
                  </a:lnTo>
                  <a:lnTo>
                    <a:pt x="190212" y="66972"/>
                  </a:lnTo>
                  <a:lnTo>
                    <a:pt x="285750" y="66972"/>
                  </a:lnTo>
                  <a:lnTo>
                    <a:pt x="285750" y="71437"/>
                  </a:lnTo>
                  <a:lnTo>
                    <a:pt x="282939" y="85329"/>
                  </a:lnTo>
                  <a:lnTo>
                    <a:pt x="275278" y="96684"/>
                  </a:lnTo>
                  <a:lnTo>
                    <a:pt x="263923" y="104345"/>
                  </a:lnTo>
                  <a:lnTo>
                    <a:pt x="250031" y="107156"/>
                  </a:lnTo>
                  <a:close/>
                </a:path>
                <a:path w="285750" h="250189">
                  <a:moveTo>
                    <a:pt x="230395" y="66972"/>
                  </a:moveTo>
                  <a:lnTo>
                    <a:pt x="193764" y="66972"/>
                  </a:lnTo>
                  <a:lnTo>
                    <a:pt x="195473" y="66632"/>
                  </a:lnTo>
                  <a:lnTo>
                    <a:pt x="198755" y="65273"/>
                  </a:lnTo>
                  <a:lnTo>
                    <a:pt x="205382" y="55354"/>
                  </a:lnTo>
                  <a:lnTo>
                    <a:pt x="205382" y="51801"/>
                  </a:lnTo>
                  <a:lnTo>
                    <a:pt x="193764" y="40183"/>
                  </a:lnTo>
                  <a:lnTo>
                    <a:pt x="230395" y="40183"/>
                  </a:lnTo>
                  <a:lnTo>
                    <a:pt x="218777" y="51801"/>
                  </a:lnTo>
                  <a:lnTo>
                    <a:pt x="218777" y="55354"/>
                  </a:lnTo>
                  <a:lnTo>
                    <a:pt x="228687" y="66632"/>
                  </a:lnTo>
                  <a:lnTo>
                    <a:pt x="230395" y="66972"/>
                  </a:lnTo>
                  <a:close/>
                </a:path>
                <a:path w="285750" h="250189">
                  <a:moveTo>
                    <a:pt x="285750" y="66972"/>
                  </a:moveTo>
                  <a:lnTo>
                    <a:pt x="233948" y="66972"/>
                  </a:lnTo>
                  <a:lnTo>
                    <a:pt x="235656" y="66632"/>
                  </a:lnTo>
                  <a:lnTo>
                    <a:pt x="238938" y="65273"/>
                  </a:lnTo>
                  <a:lnTo>
                    <a:pt x="245566" y="55354"/>
                  </a:lnTo>
                  <a:lnTo>
                    <a:pt x="245566" y="51801"/>
                  </a:lnTo>
                  <a:lnTo>
                    <a:pt x="233948" y="40183"/>
                  </a:lnTo>
                  <a:lnTo>
                    <a:pt x="285750" y="40183"/>
                  </a:lnTo>
                  <a:lnTo>
                    <a:pt x="285750" y="66972"/>
                  </a:lnTo>
                  <a:close/>
                </a:path>
                <a:path w="285750" h="250189">
                  <a:moveTo>
                    <a:pt x="250031" y="250031"/>
                  </a:moveTo>
                  <a:lnTo>
                    <a:pt x="35718" y="250031"/>
                  </a:lnTo>
                  <a:lnTo>
                    <a:pt x="21826" y="247220"/>
                  </a:lnTo>
                  <a:lnTo>
                    <a:pt x="10471" y="239559"/>
                  </a:lnTo>
                  <a:lnTo>
                    <a:pt x="2810" y="228204"/>
                  </a:lnTo>
                  <a:lnTo>
                    <a:pt x="0" y="214312"/>
                  </a:lnTo>
                  <a:lnTo>
                    <a:pt x="0" y="178593"/>
                  </a:lnTo>
                  <a:lnTo>
                    <a:pt x="2810" y="164701"/>
                  </a:lnTo>
                  <a:lnTo>
                    <a:pt x="10471" y="153346"/>
                  </a:lnTo>
                  <a:lnTo>
                    <a:pt x="21826" y="145685"/>
                  </a:lnTo>
                  <a:lnTo>
                    <a:pt x="35718" y="142875"/>
                  </a:lnTo>
                  <a:lnTo>
                    <a:pt x="250031" y="142875"/>
                  </a:lnTo>
                  <a:lnTo>
                    <a:pt x="263923" y="145685"/>
                  </a:lnTo>
                  <a:lnTo>
                    <a:pt x="275278" y="153346"/>
                  </a:lnTo>
                  <a:lnTo>
                    <a:pt x="282939" y="164701"/>
                  </a:lnTo>
                  <a:lnTo>
                    <a:pt x="285750" y="178593"/>
                  </a:lnTo>
                  <a:lnTo>
                    <a:pt x="285750" y="183058"/>
                  </a:lnTo>
                  <a:lnTo>
                    <a:pt x="190212" y="183058"/>
                  </a:lnTo>
                  <a:lnTo>
                    <a:pt x="188503" y="183398"/>
                  </a:lnTo>
                  <a:lnTo>
                    <a:pt x="178593" y="194676"/>
                  </a:lnTo>
                  <a:lnTo>
                    <a:pt x="178593" y="198229"/>
                  </a:lnTo>
                  <a:lnTo>
                    <a:pt x="190212" y="209847"/>
                  </a:lnTo>
                  <a:lnTo>
                    <a:pt x="285750" y="209847"/>
                  </a:lnTo>
                  <a:lnTo>
                    <a:pt x="285750" y="214312"/>
                  </a:lnTo>
                  <a:lnTo>
                    <a:pt x="282939" y="228204"/>
                  </a:lnTo>
                  <a:lnTo>
                    <a:pt x="275278" y="239559"/>
                  </a:lnTo>
                  <a:lnTo>
                    <a:pt x="263923" y="247220"/>
                  </a:lnTo>
                  <a:lnTo>
                    <a:pt x="250031" y="250031"/>
                  </a:lnTo>
                  <a:close/>
                </a:path>
                <a:path w="285750" h="250189">
                  <a:moveTo>
                    <a:pt x="234860" y="209847"/>
                  </a:moveTo>
                  <a:lnTo>
                    <a:pt x="193764" y="209847"/>
                  </a:lnTo>
                  <a:lnTo>
                    <a:pt x="195473" y="209507"/>
                  </a:lnTo>
                  <a:lnTo>
                    <a:pt x="198755" y="208148"/>
                  </a:lnTo>
                  <a:lnTo>
                    <a:pt x="205382" y="198229"/>
                  </a:lnTo>
                  <a:lnTo>
                    <a:pt x="205382" y="194676"/>
                  </a:lnTo>
                  <a:lnTo>
                    <a:pt x="193764" y="183058"/>
                  </a:lnTo>
                  <a:lnTo>
                    <a:pt x="234860" y="183058"/>
                  </a:lnTo>
                  <a:lnTo>
                    <a:pt x="223242" y="194676"/>
                  </a:lnTo>
                  <a:lnTo>
                    <a:pt x="223242" y="198229"/>
                  </a:lnTo>
                  <a:lnTo>
                    <a:pt x="233151" y="209507"/>
                  </a:lnTo>
                  <a:lnTo>
                    <a:pt x="234860" y="209847"/>
                  </a:lnTo>
                  <a:close/>
                </a:path>
                <a:path w="285750" h="250189">
                  <a:moveTo>
                    <a:pt x="285750" y="209847"/>
                  </a:moveTo>
                  <a:lnTo>
                    <a:pt x="238412" y="209847"/>
                  </a:lnTo>
                  <a:lnTo>
                    <a:pt x="240121" y="209507"/>
                  </a:lnTo>
                  <a:lnTo>
                    <a:pt x="243403" y="208148"/>
                  </a:lnTo>
                  <a:lnTo>
                    <a:pt x="250031" y="198229"/>
                  </a:lnTo>
                  <a:lnTo>
                    <a:pt x="250031" y="194676"/>
                  </a:lnTo>
                  <a:lnTo>
                    <a:pt x="238412" y="183058"/>
                  </a:lnTo>
                  <a:lnTo>
                    <a:pt x="285750" y="183058"/>
                  </a:lnTo>
                  <a:lnTo>
                    <a:pt x="285750" y="20984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46FE1872-5862-7E84-9217-47BC7F6B804E}"/>
              </a:ext>
            </a:extLst>
          </p:cNvPr>
          <p:cNvSpPr txBox="1"/>
          <p:nvPr/>
        </p:nvSpPr>
        <p:spPr>
          <a:xfrm>
            <a:off x="1092712" y="4305717"/>
            <a:ext cx="736087" cy="19364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물리 서버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495537E7-D22D-ECF9-7567-DF3E06B26F95}"/>
              </a:ext>
            </a:extLst>
          </p:cNvPr>
          <p:cNvGrpSpPr/>
          <p:nvPr/>
        </p:nvGrpSpPr>
        <p:grpSpPr>
          <a:xfrm>
            <a:off x="2355849" y="3959092"/>
            <a:ext cx="1739900" cy="603250"/>
            <a:chOff x="3533774" y="5562599"/>
            <a:chExt cx="2609850" cy="904875"/>
          </a:xfrm>
        </p:grpSpPr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09D42566-4ED2-513A-E589-35860387624F}"/>
                </a:ext>
              </a:extLst>
            </p:cNvPr>
            <p:cNvSpPr/>
            <p:nvPr/>
          </p:nvSpPr>
          <p:spPr>
            <a:xfrm>
              <a:off x="3533774" y="5562599"/>
              <a:ext cx="2609850" cy="904875"/>
            </a:xfrm>
            <a:custGeom>
              <a:avLst/>
              <a:gdLst/>
              <a:ahLst/>
              <a:cxnLst/>
              <a:rect l="l" t="t" r="r" b="b"/>
              <a:pathLst>
                <a:path w="2609850" h="904875">
                  <a:moveTo>
                    <a:pt x="2538653" y="904874"/>
                  </a:moveTo>
                  <a:lnTo>
                    <a:pt x="71196" y="904874"/>
                  </a:lnTo>
                  <a:lnTo>
                    <a:pt x="66241" y="904386"/>
                  </a:lnTo>
                  <a:lnTo>
                    <a:pt x="29705" y="889252"/>
                  </a:lnTo>
                  <a:lnTo>
                    <a:pt x="3885" y="853212"/>
                  </a:lnTo>
                  <a:lnTo>
                    <a:pt x="0" y="833678"/>
                  </a:lnTo>
                  <a:lnTo>
                    <a:pt x="0" y="8286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38653" y="0"/>
                  </a:lnTo>
                  <a:lnTo>
                    <a:pt x="2580144" y="15621"/>
                  </a:lnTo>
                  <a:lnTo>
                    <a:pt x="2605963" y="51661"/>
                  </a:lnTo>
                  <a:lnTo>
                    <a:pt x="2609849" y="71196"/>
                  </a:lnTo>
                  <a:lnTo>
                    <a:pt x="2609849" y="833678"/>
                  </a:lnTo>
                  <a:lnTo>
                    <a:pt x="2594227" y="875169"/>
                  </a:lnTo>
                  <a:lnTo>
                    <a:pt x="2558187" y="900988"/>
                  </a:lnTo>
                  <a:lnTo>
                    <a:pt x="2543608" y="904386"/>
                  </a:lnTo>
                  <a:lnTo>
                    <a:pt x="2538653" y="9048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AAAD1D2C-8D46-B926-1B60-E33004FE4D52}"/>
                </a:ext>
              </a:extLst>
            </p:cNvPr>
            <p:cNvSpPr/>
            <p:nvPr/>
          </p:nvSpPr>
          <p:spPr>
            <a:xfrm>
              <a:off x="4721181" y="5714999"/>
              <a:ext cx="237490" cy="284480"/>
            </a:xfrm>
            <a:custGeom>
              <a:avLst/>
              <a:gdLst/>
              <a:ahLst/>
              <a:cxnLst/>
              <a:rect l="l" t="t" r="r" b="b"/>
              <a:pathLst>
                <a:path w="237489" h="284479">
                  <a:moveTo>
                    <a:pt x="70488" y="281940"/>
                  </a:moveTo>
                  <a:lnTo>
                    <a:pt x="54659" y="279400"/>
                  </a:lnTo>
                  <a:lnTo>
                    <a:pt x="38209" y="271780"/>
                  </a:lnTo>
                  <a:lnTo>
                    <a:pt x="21075" y="269240"/>
                  </a:lnTo>
                  <a:lnTo>
                    <a:pt x="0" y="257810"/>
                  </a:lnTo>
                  <a:lnTo>
                    <a:pt x="312" y="252730"/>
                  </a:lnTo>
                  <a:lnTo>
                    <a:pt x="390" y="251460"/>
                  </a:lnTo>
                  <a:lnTo>
                    <a:pt x="3292" y="243840"/>
                  </a:lnTo>
                  <a:lnTo>
                    <a:pt x="4241" y="241300"/>
                  </a:lnTo>
                  <a:lnTo>
                    <a:pt x="3516" y="236220"/>
                  </a:lnTo>
                  <a:lnTo>
                    <a:pt x="2176" y="227330"/>
                  </a:lnTo>
                  <a:lnTo>
                    <a:pt x="2176" y="223520"/>
                  </a:lnTo>
                  <a:lnTo>
                    <a:pt x="2567" y="220980"/>
                  </a:lnTo>
                  <a:lnTo>
                    <a:pt x="6250" y="213360"/>
                  </a:lnTo>
                  <a:lnTo>
                    <a:pt x="10324" y="212090"/>
                  </a:lnTo>
                  <a:lnTo>
                    <a:pt x="17803" y="209550"/>
                  </a:lnTo>
                  <a:lnTo>
                    <a:pt x="21208" y="208280"/>
                  </a:lnTo>
                  <a:lnTo>
                    <a:pt x="23552" y="205740"/>
                  </a:lnTo>
                  <a:lnTo>
                    <a:pt x="26454" y="203200"/>
                  </a:lnTo>
                  <a:lnTo>
                    <a:pt x="29188" y="198120"/>
                  </a:lnTo>
                  <a:lnTo>
                    <a:pt x="32816" y="194310"/>
                  </a:lnTo>
                  <a:lnTo>
                    <a:pt x="32599" y="191770"/>
                  </a:lnTo>
                  <a:lnTo>
                    <a:pt x="32491" y="190500"/>
                  </a:lnTo>
                  <a:lnTo>
                    <a:pt x="32431" y="185420"/>
                  </a:lnTo>
                  <a:lnTo>
                    <a:pt x="32589" y="182880"/>
                  </a:lnTo>
                  <a:lnTo>
                    <a:pt x="32668" y="181610"/>
                  </a:lnTo>
                  <a:lnTo>
                    <a:pt x="32746" y="180340"/>
                  </a:lnTo>
                  <a:lnTo>
                    <a:pt x="51171" y="134620"/>
                  </a:lnTo>
                  <a:lnTo>
                    <a:pt x="68702" y="110490"/>
                  </a:lnTo>
                  <a:lnTo>
                    <a:pt x="74322" y="101600"/>
                  </a:lnTo>
                  <a:lnTo>
                    <a:pt x="77995" y="92710"/>
                  </a:lnTo>
                  <a:lnTo>
                    <a:pt x="80161" y="83820"/>
                  </a:lnTo>
                  <a:lnTo>
                    <a:pt x="81103" y="76200"/>
                  </a:lnTo>
                  <a:lnTo>
                    <a:pt x="80997" y="69850"/>
                  </a:lnTo>
                  <a:lnTo>
                    <a:pt x="80275" y="55880"/>
                  </a:lnTo>
                  <a:lnTo>
                    <a:pt x="81797" y="30480"/>
                  </a:lnTo>
                  <a:lnTo>
                    <a:pt x="93919" y="8890"/>
                  </a:lnTo>
                  <a:lnTo>
                    <a:pt x="124736" y="0"/>
                  </a:lnTo>
                  <a:lnTo>
                    <a:pt x="150433" y="7620"/>
                  </a:lnTo>
                  <a:lnTo>
                    <a:pt x="162924" y="26670"/>
                  </a:lnTo>
                  <a:lnTo>
                    <a:pt x="165016" y="39370"/>
                  </a:lnTo>
                  <a:lnTo>
                    <a:pt x="130819" y="39370"/>
                  </a:lnTo>
                  <a:lnTo>
                    <a:pt x="123916" y="40640"/>
                  </a:lnTo>
                  <a:lnTo>
                    <a:pt x="123020" y="41910"/>
                  </a:lnTo>
                  <a:lnTo>
                    <a:pt x="95826" y="41910"/>
                  </a:lnTo>
                  <a:lnTo>
                    <a:pt x="89419" y="44450"/>
                  </a:lnTo>
                  <a:lnTo>
                    <a:pt x="86262" y="53340"/>
                  </a:lnTo>
                  <a:lnTo>
                    <a:pt x="86520" y="58420"/>
                  </a:lnTo>
                  <a:lnTo>
                    <a:pt x="86585" y="59690"/>
                  </a:lnTo>
                  <a:lnTo>
                    <a:pt x="86650" y="60960"/>
                  </a:lnTo>
                  <a:lnTo>
                    <a:pt x="86714" y="62230"/>
                  </a:lnTo>
                  <a:lnTo>
                    <a:pt x="91138" y="71120"/>
                  </a:lnTo>
                  <a:lnTo>
                    <a:pt x="93761" y="71120"/>
                  </a:lnTo>
                  <a:lnTo>
                    <a:pt x="91696" y="72390"/>
                  </a:lnTo>
                  <a:lnTo>
                    <a:pt x="88236" y="74930"/>
                  </a:lnTo>
                  <a:lnTo>
                    <a:pt x="85892" y="77470"/>
                  </a:lnTo>
                  <a:lnTo>
                    <a:pt x="85111" y="80010"/>
                  </a:lnTo>
                  <a:lnTo>
                    <a:pt x="85892" y="82550"/>
                  </a:lnTo>
                  <a:lnTo>
                    <a:pt x="86729" y="85090"/>
                  </a:lnTo>
                  <a:lnTo>
                    <a:pt x="89296" y="88900"/>
                  </a:lnTo>
                  <a:lnTo>
                    <a:pt x="91696" y="90170"/>
                  </a:lnTo>
                  <a:lnTo>
                    <a:pt x="89687" y="90170"/>
                  </a:lnTo>
                  <a:lnTo>
                    <a:pt x="86731" y="106680"/>
                  </a:lnTo>
                  <a:lnTo>
                    <a:pt x="80813" y="124460"/>
                  </a:lnTo>
                  <a:lnTo>
                    <a:pt x="78492" y="129540"/>
                  </a:lnTo>
                  <a:lnTo>
                    <a:pt x="67642" y="129540"/>
                  </a:lnTo>
                  <a:lnTo>
                    <a:pt x="66358" y="130810"/>
                  </a:lnTo>
                  <a:lnTo>
                    <a:pt x="49671" y="170180"/>
                  </a:lnTo>
                  <a:lnTo>
                    <a:pt x="49559" y="172720"/>
                  </a:lnTo>
                  <a:lnTo>
                    <a:pt x="49448" y="175260"/>
                  </a:lnTo>
                  <a:lnTo>
                    <a:pt x="49392" y="176530"/>
                  </a:lnTo>
                  <a:lnTo>
                    <a:pt x="53299" y="189230"/>
                  </a:lnTo>
                  <a:lnTo>
                    <a:pt x="57540" y="194310"/>
                  </a:lnTo>
                  <a:lnTo>
                    <a:pt x="39737" y="194310"/>
                  </a:lnTo>
                  <a:lnTo>
                    <a:pt x="37002" y="195580"/>
                  </a:lnTo>
                  <a:lnTo>
                    <a:pt x="34156" y="198120"/>
                  </a:lnTo>
                  <a:lnTo>
                    <a:pt x="31477" y="201930"/>
                  </a:lnTo>
                  <a:lnTo>
                    <a:pt x="29244" y="205740"/>
                  </a:lnTo>
                  <a:lnTo>
                    <a:pt x="26175" y="208280"/>
                  </a:lnTo>
                  <a:lnTo>
                    <a:pt x="21821" y="212090"/>
                  </a:lnTo>
                  <a:lnTo>
                    <a:pt x="20984" y="212090"/>
                  </a:lnTo>
                  <a:lnTo>
                    <a:pt x="15236" y="214630"/>
                  </a:lnTo>
                  <a:lnTo>
                    <a:pt x="11720" y="215900"/>
                  </a:lnTo>
                  <a:lnTo>
                    <a:pt x="8929" y="217170"/>
                  </a:lnTo>
                  <a:lnTo>
                    <a:pt x="6976" y="220980"/>
                  </a:lnTo>
                  <a:lnTo>
                    <a:pt x="5469" y="223520"/>
                  </a:lnTo>
                  <a:lnTo>
                    <a:pt x="5804" y="227330"/>
                  </a:lnTo>
                  <a:lnTo>
                    <a:pt x="7143" y="236220"/>
                  </a:lnTo>
                  <a:lnTo>
                    <a:pt x="8148" y="241300"/>
                  </a:lnTo>
                  <a:lnTo>
                    <a:pt x="6808" y="245110"/>
                  </a:lnTo>
                  <a:lnTo>
                    <a:pt x="4018" y="252730"/>
                  </a:lnTo>
                  <a:lnTo>
                    <a:pt x="4018" y="256540"/>
                  </a:lnTo>
                  <a:lnTo>
                    <a:pt x="5357" y="260350"/>
                  </a:lnTo>
                  <a:lnTo>
                    <a:pt x="11542" y="264160"/>
                  </a:lnTo>
                  <a:lnTo>
                    <a:pt x="22100" y="265430"/>
                  </a:lnTo>
                  <a:lnTo>
                    <a:pt x="34961" y="267970"/>
                  </a:lnTo>
                  <a:lnTo>
                    <a:pt x="48052" y="271780"/>
                  </a:lnTo>
                  <a:lnTo>
                    <a:pt x="61800" y="276860"/>
                  </a:lnTo>
                  <a:lnTo>
                    <a:pt x="75072" y="278130"/>
                  </a:lnTo>
                  <a:lnTo>
                    <a:pt x="85818" y="278130"/>
                  </a:lnTo>
                  <a:lnTo>
                    <a:pt x="84050" y="279400"/>
                  </a:lnTo>
                  <a:lnTo>
                    <a:pt x="77576" y="280670"/>
                  </a:lnTo>
                  <a:lnTo>
                    <a:pt x="70488" y="281940"/>
                  </a:lnTo>
                  <a:close/>
                </a:path>
                <a:path w="237489" h="284479">
                  <a:moveTo>
                    <a:pt x="167024" y="69850"/>
                  </a:moveTo>
                  <a:lnTo>
                    <a:pt x="140698" y="69850"/>
                  </a:lnTo>
                  <a:lnTo>
                    <a:pt x="145107" y="64770"/>
                  </a:lnTo>
                  <a:lnTo>
                    <a:pt x="146725" y="55880"/>
                  </a:lnTo>
                  <a:lnTo>
                    <a:pt x="143098" y="48260"/>
                  </a:lnTo>
                  <a:lnTo>
                    <a:pt x="137722" y="40640"/>
                  </a:lnTo>
                  <a:lnTo>
                    <a:pt x="130819" y="39370"/>
                  </a:lnTo>
                  <a:lnTo>
                    <a:pt x="165016" y="39370"/>
                  </a:lnTo>
                  <a:lnTo>
                    <a:pt x="166897" y="50800"/>
                  </a:lnTo>
                  <a:lnTo>
                    <a:pt x="167024" y="69850"/>
                  </a:lnTo>
                  <a:close/>
                </a:path>
                <a:path w="237489" h="284479">
                  <a:moveTo>
                    <a:pt x="118932" y="60960"/>
                  </a:moveTo>
                  <a:lnTo>
                    <a:pt x="106486" y="60960"/>
                  </a:lnTo>
                  <a:lnTo>
                    <a:pt x="107119" y="53340"/>
                  </a:lnTo>
                  <a:lnTo>
                    <a:pt x="107224" y="52070"/>
                  </a:lnTo>
                  <a:lnTo>
                    <a:pt x="107329" y="50800"/>
                  </a:lnTo>
                  <a:lnTo>
                    <a:pt x="107435" y="49530"/>
                  </a:lnTo>
                  <a:lnTo>
                    <a:pt x="101463" y="41910"/>
                  </a:lnTo>
                  <a:lnTo>
                    <a:pt x="123020" y="41910"/>
                  </a:lnTo>
                  <a:lnTo>
                    <a:pt x="118541" y="48260"/>
                  </a:lnTo>
                  <a:lnTo>
                    <a:pt x="116755" y="52070"/>
                  </a:lnTo>
                  <a:lnTo>
                    <a:pt x="116364" y="55880"/>
                  </a:lnTo>
                  <a:lnTo>
                    <a:pt x="116923" y="59690"/>
                  </a:lnTo>
                  <a:lnTo>
                    <a:pt x="118932" y="60960"/>
                  </a:lnTo>
                  <a:close/>
                </a:path>
                <a:path w="237489" h="284479">
                  <a:moveTo>
                    <a:pt x="122009" y="99837"/>
                  </a:moveTo>
                  <a:lnTo>
                    <a:pt x="125741" y="93980"/>
                  </a:lnTo>
                  <a:lnTo>
                    <a:pt x="131936" y="92710"/>
                  </a:lnTo>
                  <a:lnTo>
                    <a:pt x="138465" y="90170"/>
                  </a:lnTo>
                  <a:lnTo>
                    <a:pt x="143154" y="86360"/>
                  </a:lnTo>
                  <a:lnTo>
                    <a:pt x="144605" y="82550"/>
                  </a:lnTo>
                  <a:lnTo>
                    <a:pt x="146391" y="77470"/>
                  </a:lnTo>
                  <a:lnTo>
                    <a:pt x="143433" y="73660"/>
                  </a:lnTo>
                  <a:lnTo>
                    <a:pt x="138745" y="72390"/>
                  </a:lnTo>
                  <a:lnTo>
                    <a:pt x="132438" y="68580"/>
                  </a:lnTo>
                  <a:lnTo>
                    <a:pt x="129647" y="68580"/>
                  </a:lnTo>
                  <a:lnTo>
                    <a:pt x="126131" y="67310"/>
                  </a:lnTo>
                  <a:lnTo>
                    <a:pt x="120383" y="63500"/>
                  </a:lnTo>
                  <a:lnTo>
                    <a:pt x="115639" y="62230"/>
                  </a:lnTo>
                  <a:lnTo>
                    <a:pt x="124178" y="62230"/>
                  </a:lnTo>
                  <a:lnTo>
                    <a:pt x="123006" y="55880"/>
                  </a:lnTo>
                  <a:lnTo>
                    <a:pt x="126689" y="49530"/>
                  </a:lnTo>
                  <a:lnTo>
                    <a:pt x="135731" y="49530"/>
                  </a:lnTo>
                  <a:lnTo>
                    <a:pt x="138521" y="58420"/>
                  </a:lnTo>
                  <a:lnTo>
                    <a:pt x="135396" y="66040"/>
                  </a:lnTo>
                  <a:lnTo>
                    <a:pt x="134280" y="67310"/>
                  </a:lnTo>
                  <a:lnTo>
                    <a:pt x="133666" y="67310"/>
                  </a:lnTo>
                  <a:lnTo>
                    <a:pt x="137405" y="68580"/>
                  </a:lnTo>
                  <a:lnTo>
                    <a:pt x="139805" y="69850"/>
                  </a:lnTo>
                  <a:lnTo>
                    <a:pt x="167024" y="69850"/>
                  </a:lnTo>
                  <a:lnTo>
                    <a:pt x="167040" y="72390"/>
                  </a:lnTo>
                  <a:lnTo>
                    <a:pt x="168540" y="83820"/>
                  </a:lnTo>
                  <a:lnTo>
                    <a:pt x="169585" y="86360"/>
                  </a:lnTo>
                  <a:lnTo>
                    <a:pt x="145163" y="86360"/>
                  </a:lnTo>
                  <a:lnTo>
                    <a:pt x="142651" y="88900"/>
                  </a:lnTo>
                  <a:lnTo>
                    <a:pt x="138242" y="92710"/>
                  </a:lnTo>
                  <a:lnTo>
                    <a:pt x="130094" y="95250"/>
                  </a:lnTo>
                  <a:lnTo>
                    <a:pt x="127303" y="97790"/>
                  </a:lnTo>
                  <a:lnTo>
                    <a:pt x="123843" y="99060"/>
                  </a:lnTo>
                  <a:lnTo>
                    <a:pt x="122009" y="99837"/>
                  </a:lnTo>
                  <a:close/>
                </a:path>
                <a:path w="237489" h="284479">
                  <a:moveTo>
                    <a:pt x="97277" y="68580"/>
                  </a:moveTo>
                  <a:lnTo>
                    <a:pt x="94989" y="68580"/>
                  </a:lnTo>
                  <a:lnTo>
                    <a:pt x="95491" y="67310"/>
                  </a:lnTo>
                  <a:lnTo>
                    <a:pt x="94431" y="67310"/>
                  </a:lnTo>
                  <a:lnTo>
                    <a:pt x="89966" y="63500"/>
                  </a:lnTo>
                  <a:lnTo>
                    <a:pt x="90661" y="53340"/>
                  </a:lnTo>
                  <a:lnTo>
                    <a:pt x="90747" y="52070"/>
                  </a:lnTo>
                  <a:lnTo>
                    <a:pt x="98952" y="52070"/>
                  </a:lnTo>
                  <a:lnTo>
                    <a:pt x="101463" y="58420"/>
                  </a:lnTo>
                  <a:lnTo>
                    <a:pt x="100793" y="63500"/>
                  </a:lnTo>
                  <a:lnTo>
                    <a:pt x="102412" y="63500"/>
                  </a:lnTo>
                  <a:lnTo>
                    <a:pt x="98728" y="67310"/>
                  </a:lnTo>
                  <a:lnTo>
                    <a:pt x="95491" y="67310"/>
                  </a:lnTo>
                  <a:lnTo>
                    <a:pt x="94726" y="67980"/>
                  </a:lnTo>
                  <a:lnTo>
                    <a:pt x="97963" y="67980"/>
                  </a:lnTo>
                  <a:lnTo>
                    <a:pt x="97277" y="68580"/>
                  </a:lnTo>
                  <a:close/>
                </a:path>
                <a:path w="237489" h="284479">
                  <a:moveTo>
                    <a:pt x="102412" y="63500"/>
                  </a:moveTo>
                  <a:lnTo>
                    <a:pt x="100793" y="63500"/>
                  </a:lnTo>
                  <a:lnTo>
                    <a:pt x="102523" y="62230"/>
                  </a:lnTo>
                  <a:lnTo>
                    <a:pt x="104533" y="60960"/>
                  </a:lnTo>
                  <a:lnTo>
                    <a:pt x="121890" y="60960"/>
                  </a:lnTo>
                  <a:lnTo>
                    <a:pt x="124178" y="62230"/>
                  </a:lnTo>
                  <a:lnTo>
                    <a:pt x="103640" y="62230"/>
                  </a:lnTo>
                  <a:lnTo>
                    <a:pt x="102412" y="63500"/>
                  </a:lnTo>
                  <a:close/>
                </a:path>
                <a:path w="237489" h="284479">
                  <a:moveTo>
                    <a:pt x="108105" y="68580"/>
                  </a:moveTo>
                  <a:lnTo>
                    <a:pt x="106988" y="67310"/>
                  </a:lnTo>
                  <a:lnTo>
                    <a:pt x="104923" y="67310"/>
                  </a:lnTo>
                  <a:lnTo>
                    <a:pt x="105872" y="66040"/>
                  </a:lnTo>
                  <a:lnTo>
                    <a:pt x="107100" y="66040"/>
                  </a:lnTo>
                  <a:lnTo>
                    <a:pt x="108216" y="67310"/>
                  </a:lnTo>
                  <a:lnTo>
                    <a:pt x="108105" y="68580"/>
                  </a:lnTo>
                  <a:close/>
                </a:path>
                <a:path w="237489" h="284479">
                  <a:moveTo>
                    <a:pt x="115192" y="68580"/>
                  </a:moveTo>
                  <a:lnTo>
                    <a:pt x="115113" y="67980"/>
                  </a:lnTo>
                  <a:lnTo>
                    <a:pt x="115025" y="67310"/>
                  </a:lnTo>
                  <a:lnTo>
                    <a:pt x="115360" y="66040"/>
                  </a:lnTo>
                  <a:lnTo>
                    <a:pt x="118429" y="66040"/>
                  </a:lnTo>
                  <a:lnTo>
                    <a:pt x="119155" y="67310"/>
                  </a:lnTo>
                  <a:lnTo>
                    <a:pt x="116309" y="67310"/>
                  </a:lnTo>
                  <a:lnTo>
                    <a:pt x="115192" y="68580"/>
                  </a:lnTo>
                  <a:close/>
                </a:path>
                <a:path w="237489" h="284479">
                  <a:moveTo>
                    <a:pt x="94989" y="68580"/>
                  </a:moveTo>
                  <a:lnTo>
                    <a:pt x="94726" y="67980"/>
                  </a:lnTo>
                  <a:lnTo>
                    <a:pt x="95491" y="67310"/>
                  </a:lnTo>
                  <a:lnTo>
                    <a:pt x="94989" y="68580"/>
                  </a:lnTo>
                  <a:close/>
                </a:path>
                <a:path w="237489" h="284479">
                  <a:moveTo>
                    <a:pt x="105816" y="68580"/>
                  </a:moveTo>
                  <a:lnTo>
                    <a:pt x="103193" y="68580"/>
                  </a:lnTo>
                  <a:lnTo>
                    <a:pt x="103114" y="67980"/>
                  </a:lnTo>
                  <a:lnTo>
                    <a:pt x="103026" y="67310"/>
                  </a:lnTo>
                  <a:lnTo>
                    <a:pt x="106988" y="67310"/>
                  </a:lnTo>
                  <a:lnTo>
                    <a:pt x="105816" y="68580"/>
                  </a:lnTo>
                  <a:close/>
                </a:path>
                <a:path w="237489" h="284479">
                  <a:moveTo>
                    <a:pt x="120215" y="68580"/>
                  </a:moveTo>
                  <a:lnTo>
                    <a:pt x="116923" y="68580"/>
                  </a:lnTo>
                  <a:lnTo>
                    <a:pt x="116309" y="67310"/>
                  </a:lnTo>
                  <a:lnTo>
                    <a:pt x="120327" y="67310"/>
                  </a:lnTo>
                  <a:lnTo>
                    <a:pt x="120215" y="68580"/>
                  </a:lnTo>
                  <a:close/>
                </a:path>
                <a:path w="237489" h="284479">
                  <a:moveTo>
                    <a:pt x="93761" y="71120"/>
                  </a:moveTo>
                  <a:lnTo>
                    <a:pt x="91138" y="71120"/>
                  </a:lnTo>
                  <a:lnTo>
                    <a:pt x="94726" y="67980"/>
                  </a:lnTo>
                  <a:lnTo>
                    <a:pt x="94989" y="68580"/>
                  </a:lnTo>
                  <a:lnTo>
                    <a:pt x="97277" y="68580"/>
                  </a:lnTo>
                  <a:lnTo>
                    <a:pt x="95826" y="69850"/>
                  </a:lnTo>
                  <a:lnTo>
                    <a:pt x="93761" y="71120"/>
                  </a:lnTo>
                  <a:close/>
                </a:path>
                <a:path w="237489" h="284479">
                  <a:moveTo>
                    <a:pt x="120643" y="90170"/>
                  </a:moveTo>
                  <a:lnTo>
                    <a:pt x="115862" y="90170"/>
                  </a:lnTo>
                  <a:lnTo>
                    <a:pt x="122615" y="87630"/>
                  </a:lnTo>
                  <a:lnTo>
                    <a:pt x="129089" y="83820"/>
                  </a:lnTo>
                  <a:lnTo>
                    <a:pt x="132047" y="81280"/>
                  </a:lnTo>
                  <a:lnTo>
                    <a:pt x="136400" y="78740"/>
                  </a:lnTo>
                  <a:lnTo>
                    <a:pt x="136289" y="76200"/>
                  </a:lnTo>
                  <a:lnTo>
                    <a:pt x="139414" y="77470"/>
                  </a:lnTo>
                  <a:lnTo>
                    <a:pt x="138298" y="78740"/>
                  </a:lnTo>
                  <a:lnTo>
                    <a:pt x="133945" y="82550"/>
                  </a:lnTo>
                  <a:lnTo>
                    <a:pt x="130596" y="85090"/>
                  </a:lnTo>
                  <a:lnTo>
                    <a:pt x="122671" y="88900"/>
                  </a:lnTo>
                  <a:lnTo>
                    <a:pt x="120643" y="90170"/>
                  </a:lnTo>
                  <a:close/>
                </a:path>
                <a:path w="237489" h="284479">
                  <a:moveTo>
                    <a:pt x="116588" y="92710"/>
                  </a:moveTo>
                  <a:lnTo>
                    <a:pt x="103696" y="92710"/>
                  </a:lnTo>
                  <a:lnTo>
                    <a:pt x="98561" y="88900"/>
                  </a:lnTo>
                  <a:lnTo>
                    <a:pt x="93036" y="85090"/>
                  </a:lnTo>
                  <a:lnTo>
                    <a:pt x="90413" y="82550"/>
                  </a:lnTo>
                  <a:lnTo>
                    <a:pt x="88459" y="81280"/>
                  </a:lnTo>
                  <a:lnTo>
                    <a:pt x="88571" y="80010"/>
                  </a:lnTo>
                  <a:lnTo>
                    <a:pt x="88682" y="78740"/>
                  </a:lnTo>
                  <a:lnTo>
                    <a:pt x="90803" y="78740"/>
                  </a:lnTo>
                  <a:lnTo>
                    <a:pt x="90915" y="80010"/>
                  </a:lnTo>
                  <a:lnTo>
                    <a:pt x="91027" y="81280"/>
                  </a:lnTo>
                  <a:lnTo>
                    <a:pt x="94431" y="83820"/>
                  </a:lnTo>
                  <a:lnTo>
                    <a:pt x="99621" y="87630"/>
                  </a:lnTo>
                  <a:lnTo>
                    <a:pt x="104254" y="90170"/>
                  </a:lnTo>
                  <a:lnTo>
                    <a:pt x="120643" y="90170"/>
                  </a:lnTo>
                  <a:lnTo>
                    <a:pt x="116588" y="92710"/>
                  </a:lnTo>
                  <a:close/>
                </a:path>
                <a:path w="237489" h="284479">
                  <a:moveTo>
                    <a:pt x="185179" y="176530"/>
                  </a:moveTo>
                  <a:lnTo>
                    <a:pt x="183002" y="175260"/>
                  </a:lnTo>
                  <a:lnTo>
                    <a:pt x="179096" y="175260"/>
                  </a:lnTo>
                  <a:lnTo>
                    <a:pt x="176268" y="163830"/>
                  </a:lnTo>
                  <a:lnTo>
                    <a:pt x="172677" y="153670"/>
                  </a:lnTo>
                  <a:lnTo>
                    <a:pt x="169003" y="144780"/>
                  </a:lnTo>
                  <a:lnTo>
                    <a:pt x="165924" y="139700"/>
                  </a:lnTo>
                  <a:lnTo>
                    <a:pt x="160577" y="128270"/>
                  </a:lnTo>
                  <a:lnTo>
                    <a:pt x="154748" y="114300"/>
                  </a:lnTo>
                  <a:lnTo>
                    <a:pt x="149317" y="99060"/>
                  </a:lnTo>
                  <a:lnTo>
                    <a:pt x="145163" y="86360"/>
                  </a:lnTo>
                  <a:lnTo>
                    <a:pt x="169585" y="86360"/>
                  </a:lnTo>
                  <a:lnTo>
                    <a:pt x="172719" y="93980"/>
                  </a:lnTo>
                  <a:lnTo>
                    <a:pt x="178719" y="104140"/>
                  </a:lnTo>
                  <a:lnTo>
                    <a:pt x="185681" y="113030"/>
                  </a:lnTo>
                  <a:lnTo>
                    <a:pt x="192420" y="120650"/>
                  </a:lnTo>
                  <a:lnTo>
                    <a:pt x="195057" y="124460"/>
                  </a:lnTo>
                  <a:lnTo>
                    <a:pt x="169440" y="124460"/>
                  </a:lnTo>
                  <a:lnTo>
                    <a:pt x="169552" y="125730"/>
                  </a:lnTo>
                  <a:lnTo>
                    <a:pt x="172175" y="128270"/>
                  </a:lnTo>
                  <a:lnTo>
                    <a:pt x="178021" y="135890"/>
                  </a:lnTo>
                  <a:lnTo>
                    <a:pt x="183993" y="147320"/>
                  </a:lnTo>
                  <a:lnTo>
                    <a:pt x="187307" y="161290"/>
                  </a:lnTo>
                  <a:lnTo>
                    <a:pt x="185179" y="176530"/>
                  </a:lnTo>
                  <a:close/>
                </a:path>
                <a:path w="237489" h="284479">
                  <a:moveTo>
                    <a:pt x="111697" y="102870"/>
                  </a:moveTo>
                  <a:lnTo>
                    <a:pt x="105706" y="101600"/>
                  </a:lnTo>
                  <a:lnTo>
                    <a:pt x="100179" y="99060"/>
                  </a:lnTo>
                  <a:lnTo>
                    <a:pt x="97668" y="96520"/>
                  </a:lnTo>
                  <a:lnTo>
                    <a:pt x="95715" y="93980"/>
                  </a:lnTo>
                  <a:lnTo>
                    <a:pt x="93147" y="92710"/>
                  </a:lnTo>
                  <a:lnTo>
                    <a:pt x="92254" y="92710"/>
                  </a:lnTo>
                  <a:lnTo>
                    <a:pt x="90301" y="91440"/>
                  </a:lnTo>
                  <a:lnTo>
                    <a:pt x="89687" y="90170"/>
                  </a:lnTo>
                  <a:lnTo>
                    <a:pt x="91696" y="90170"/>
                  </a:lnTo>
                  <a:lnTo>
                    <a:pt x="94096" y="91440"/>
                  </a:lnTo>
                  <a:lnTo>
                    <a:pt x="98449" y="93980"/>
                  </a:lnTo>
                  <a:lnTo>
                    <a:pt x="100793" y="97790"/>
                  </a:lnTo>
                  <a:lnTo>
                    <a:pt x="105258" y="99060"/>
                  </a:lnTo>
                  <a:lnTo>
                    <a:pt x="106709" y="100330"/>
                  </a:lnTo>
                  <a:lnTo>
                    <a:pt x="110616" y="100330"/>
                  </a:lnTo>
                  <a:lnTo>
                    <a:pt x="118533" y="101309"/>
                  </a:lnTo>
                  <a:lnTo>
                    <a:pt x="117846" y="101600"/>
                  </a:lnTo>
                  <a:lnTo>
                    <a:pt x="111697" y="102870"/>
                  </a:lnTo>
                  <a:close/>
                </a:path>
                <a:path w="237489" h="284479">
                  <a:moveTo>
                    <a:pt x="120885" y="101600"/>
                  </a:moveTo>
                  <a:lnTo>
                    <a:pt x="118533" y="101309"/>
                  </a:lnTo>
                  <a:lnTo>
                    <a:pt x="122009" y="99837"/>
                  </a:lnTo>
                  <a:lnTo>
                    <a:pt x="120885" y="101600"/>
                  </a:lnTo>
                  <a:close/>
                </a:path>
                <a:path w="237489" h="284479">
                  <a:moveTo>
                    <a:pt x="213984" y="196850"/>
                  </a:moveTo>
                  <a:lnTo>
                    <a:pt x="207726" y="196850"/>
                  </a:lnTo>
                  <a:lnTo>
                    <a:pt x="207660" y="194310"/>
                  </a:lnTo>
                  <a:lnTo>
                    <a:pt x="207561" y="190500"/>
                  </a:lnTo>
                  <a:lnTo>
                    <a:pt x="203680" y="185420"/>
                  </a:lnTo>
                  <a:lnTo>
                    <a:pt x="197539" y="181610"/>
                  </a:lnTo>
                  <a:lnTo>
                    <a:pt x="190593" y="177800"/>
                  </a:lnTo>
                  <a:lnTo>
                    <a:pt x="192211" y="171450"/>
                  </a:lnTo>
                  <a:lnTo>
                    <a:pt x="176289" y="130810"/>
                  </a:lnTo>
                  <a:lnTo>
                    <a:pt x="170724" y="125730"/>
                  </a:lnTo>
                  <a:lnTo>
                    <a:pt x="169440" y="124460"/>
                  </a:lnTo>
                  <a:lnTo>
                    <a:pt x="195057" y="124460"/>
                  </a:lnTo>
                  <a:lnTo>
                    <a:pt x="199452" y="130810"/>
                  </a:lnTo>
                  <a:lnTo>
                    <a:pt x="206087" y="142240"/>
                  </a:lnTo>
                  <a:lnTo>
                    <a:pt x="211633" y="154940"/>
                  </a:lnTo>
                  <a:lnTo>
                    <a:pt x="214867" y="165100"/>
                  </a:lnTo>
                  <a:lnTo>
                    <a:pt x="216537" y="175260"/>
                  </a:lnTo>
                  <a:lnTo>
                    <a:pt x="216419" y="180340"/>
                  </a:lnTo>
                  <a:lnTo>
                    <a:pt x="216301" y="185420"/>
                  </a:lnTo>
                  <a:lnTo>
                    <a:pt x="216271" y="186690"/>
                  </a:lnTo>
                  <a:lnTo>
                    <a:pt x="213984" y="196850"/>
                  </a:lnTo>
                  <a:close/>
                </a:path>
                <a:path w="237489" h="284479">
                  <a:moveTo>
                    <a:pt x="60052" y="187960"/>
                  </a:moveTo>
                  <a:lnTo>
                    <a:pt x="54478" y="175260"/>
                  </a:lnTo>
                  <a:lnTo>
                    <a:pt x="54436" y="162560"/>
                  </a:lnTo>
                  <a:lnTo>
                    <a:pt x="57564" y="149860"/>
                  </a:lnTo>
                  <a:lnTo>
                    <a:pt x="61503" y="142240"/>
                  </a:lnTo>
                  <a:lnTo>
                    <a:pt x="66805" y="132080"/>
                  </a:lnTo>
                  <a:lnTo>
                    <a:pt x="67642" y="129540"/>
                  </a:lnTo>
                  <a:lnTo>
                    <a:pt x="78492" y="129540"/>
                  </a:lnTo>
                  <a:lnTo>
                    <a:pt x="73849" y="139700"/>
                  </a:lnTo>
                  <a:lnTo>
                    <a:pt x="67754" y="153670"/>
                  </a:lnTo>
                  <a:lnTo>
                    <a:pt x="60151" y="186690"/>
                  </a:lnTo>
                  <a:lnTo>
                    <a:pt x="60052" y="187960"/>
                  </a:lnTo>
                  <a:close/>
                </a:path>
                <a:path w="237489" h="284479">
                  <a:moveTo>
                    <a:pt x="153851" y="255270"/>
                  </a:moveTo>
                  <a:lnTo>
                    <a:pt x="122343" y="255270"/>
                  </a:lnTo>
                  <a:lnTo>
                    <a:pt x="138513" y="251460"/>
                  </a:lnTo>
                  <a:lnTo>
                    <a:pt x="153088" y="243840"/>
                  </a:lnTo>
                  <a:lnTo>
                    <a:pt x="157011" y="224790"/>
                  </a:lnTo>
                  <a:lnTo>
                    <a:pt x="157074" y="223520"/>
                  </a:lnTo>
                  <a:lnTo>
                    <a:pt x="157138" y="222250"/>
                  </a:lnTo>
                  <a:lnTo>
                    <a:pt x="157202" y="220980"/>
                  </a:lnTo>
                  <a:lnTo>
                    <a:pt x="157266" y="219710"/>
                  </a:lnTo>
                  <a:lnTo>
                    <a:pt x="157329" y="218440"/>
                  </a:lnTo>
                  <a:lnTo>
                    <a:pt x="157404" y="217170"/>
                  </a:lnTo>
                  <a:lnTo>
                    <a:pt x="157478" y="215900"/>
                  </a:lnTo>
                  <a:lnTo>
                    <a:pt x="157553" y="214630"/>
                  </a:lnTo>
                  <a:lnTo>
                    <a:pt x="157627" y="213360"/>
                  </a:lnTo>
                  <a:lnTo>
                    <a:pt x="157702" y="212090"/>
                  </a:lnTo>
                  <a:lnTo>
                    <a:pt x="157776" y="210820"/>
                  </a:lnTo>
                  <a:lnTo>
                    <a:pt x="159339" y="204470"/>
                  </a:lnTo>
                  <a:lnTo>
                    <a:pt x="161069" y="198120"/>
                  </a:lnTo>
                  <a:lnTo>
                    <a:pt x="164529" y="191770"/>
                  </a:lnTo>
                  <a:lnTo>
                    <a:pt x="171282" y="189230"/>
                  </a:lnTo>
                  <a:lnTo>
                    <a:pt x="173625" y="182880"/>
                  </a:lnTo>
                  <a:lnTo>
                    <a:pt x="178349" y="180340"/>
                  </a:lnTo>
                  <a:lnTo>
                    <a:pt x="184883" y="180340"/>
                  </a:lnTo>
                  <a:lnTo>
                    <a:pt x="192658" y="182880"/>
                  </a:lnTo>
                  <a:lnTo>
                    <a:pt x="203206" y="187960"/>
                  </a:lnTo>
                  <a:lnTo>
                    <a:pt x="207168" y="191770"/>
                  </a:lnTo>
                  <a:lnTo>
                    <a:pt x="206275" y="194310"/>
                  </a:lnTo>
                  <a:lnTo>
                    <a:pt x="170668" y="194310"/>
                  </a:lnTo>
                  <a:lnTo>
                    <a:pt x="166706" y="196850"/>
                  </a:lnTo>
                  <a:lnTo>
                    <a:pt x="160287" y="233680"/>
                  </a:lnTo>
                  <a:lnTo>
                    <a:pt x="157218" y="242570"/>
                  </a:lnTo>
                  <a:lnTo>
                    <a:pt x="155153" y="250190"/>
                  </a:lnTo>
                  <a:lnTo>
                    <a:pt x="153851" y="255270"/>
                  </a:lnTo>
                  <a:close/>
                </a:path>
                <a:path w="237489" h="284479">
                  <a:moveTo>
                    <a:pt x="85818" y="278130"/>
                  </a:moveTo>
                  <a:lnTo>
                    <a:pt x="75072" y="278130"/>
                  </a:lnTo>
                  <a:lnTo>
                    <a:pt x="85340" y="273050"/>
                  </a:lnTo>
                  <a:lnTo>
                    <a:pt x="90078" y="261620"/>
                  </a:lnTo>
                  <a:lnTo>
                    <a:pt x="87742" y="252730"/>
                  </a:lnTo>
                  <a:lnTo>
                    <a:pt x="81064" y="242570"/>
                  </a:lnTo>
                  <a:lnTo>
                    <a:pt x="73172" y="232410"/>
                  </a:lnTo>
                  <a:lnTo>
                    <a:pt x="67195" y="223520"/>
                  </a:lnTo>
                  <a:lnTo>
                    <a:pt x="56257" y="203200"/>
                  </a:lnTo>
                  <a:lnTo>
                    <a:pt x="52461" y="198120"/>
                  </a:lnTo>
                  <a:lnTo>
                    <a:pt x="48555" y="195580"/>
                  </a:lnTo>
                  <a:lnTo>
                    <a:pt x="44034" y="194310"/>
                  </a:lnTo>
                  <a:lnTo>
                    <a:pt x="57540" y="194310"/>
                  </a:lnTo>
                  <a:lnTo>
                    <a:pt x="90580" y="223520"/>
                  </a:lnTo>
                  <a:lnTo>
                    <a:pt x="91864" y="228600"/>
                  </a:lnTo>
                  <a:lnTo>
                    <a:pt x="89185" y="234950"/>
                  </a:lnTo>
                  <a:lnTo>
                    <a:pt x="85222" y="236220"/>
                  </a:lnTo>
                  <a:lnTo>
                    <a:pt x="81260" y="236220"/>
                  </a:lnTo>
                  <a:lnTo>
                    <a:pt x="83939" y="240030"/>
                  </a:lnTo>
                  <a:lnTo>
                    <a:pt x="87008" y="243840"/>
                  </a:lnTo>
                  <a:lnTo>
                    <a:pt x="89296" y="247650"/>
                  </a:lnTo>
                  <a:lnTo>
                    <a:pt x="105597" y="255270"/>
                  </a:lnTo>
                  <a:lnTo>
                    <a:pt x="153851" y="255270"/>
                  </a:lnTo>
                  <a:lnTo>
                    <a:pt x="153199" y="257810"/>
                  </a:lnTo>
                  <a:lnTo>
                    <a:pt x="151916" y="264160"/>
                  </a:lnTo>
                  <a:lnTo>
                    <a:pt x="152965" y="266700"/>
                  </a:lnTo>
                  <a:lnTo>
                    <a:pt x="110577" y="266700"/>
                  </a:lnTo>
                  <a:lnTo>
                    <a:pt x="103521" y="267970"/>
                  </a:lnTo>
                  <a:lnTo>
                    <a:pt x="97460" y="269240"/>
                  </a:lnTo>
                  <a:lnTo>
                    <a:pt x="92031" y="269240"/>
                  </a:lnTo>
                  <a:lnTo>
                    <a:pt x="89352" y="275590"/>
                  </a:lnTo>
                  <a:lnTo>
                    <a:pt x="85818" y="278130"/>
                  </a:lnTo>
                  <a:close/>
                </a:path>
                <a:path w="237489" h="284479">
                  <a:moveTo>
                    <a:pt x="188751" y="212090"/>
                  </a:moveTo>
                  <a:lnTo>
                    <a:pt x="181719" y="210820"/>
                  </a:lnTo>
                  <a:lnTo>
                    <a:pt x="175300" y="208280"/>
                  </a:lnTo>
                  <a:lnTo>
                    <a:pt x="171673" y="200660"/>
                  </a:lnTo>
                  <a:lnTo>
                    <a:pt x="171583" y="199390"/>
                  </a:lnTo>
                  <a:lnTo>
                    <a:pt x="171494" y="198120"/>
                  </a:lnTo>
                  <a:lnTo>
                    <a:pt x="171405" y="196850"/>
                  </a:lnTo>
                  <a:lnTo>
                    <a:pt x="171316" y="195580"/>
                  </a:lnTo>
                  <a:lnTo>
                    <a:pt x="171226" y="194310"/>
                  </a:lnTo>
                  <a:lnTo>
                    <a:pt x="206275" y="194310"/>
                  </a:lnTo>
                  <a:lnTo>
                    <a:pt x="205382" y="196850"/>
                  </a:lnTo>
                  <a:lnTo>
                    <a:pt x="213984" y="196850"/>
                  </a:lnTo>
                  <a:lnTo>
                    <a:pt x="213698" y="198120"/>
                  </a:lnTo>
                  <a:lnTo>
                    <a:pt x="214479" y="199390"/>
                  </a:lnTo>
                  <a:lnTo>
                    <a:pt x="215986" y="199390"/>
                  </a:lnTo>
                  <a:lnTo>
                    <a:pt x="216768" y="200660"/>
                  </a:lnTo>
                  <a:lnTo>
                    <a:pt x="203150" y="200660"/>
                  </a:lnTo>
                  <a:lnTo>
                    <a:pt x="198852" y="205740"/>
                  </a:lnTo>
                  <a:lnTo>
                    <a:pt x="188751" y="212090"/>
                  </a:lnTo>
                  <a:close/>
                </a:path>
                <a:path w="237489" h="284479">
                  <a:moveTo>
                    <a:pt x="184119" y="281940"/>
                  </a:moveTo>
                  <a:lnTo>
                    <a:pt x="165422" y="281940"/>
                  </a:lnTo>
                  <a:lnTo>
                    <a:pt x="173347" y="280670"/>
                  </a:lnTo>
                  <a:lnTo>
                    <a:pt x="179457" y="279400"/>
                  </a:lnTo>
                  <a:lnTo>
                    <a:pt x="185723" y="276860"/>
                  </a:lnTo>
                  <a:lnTo>
                    <a:pt x="191885" y="273050"/>
                  </a:lnTo>
                  <a:lnTo>
                    <a:pt x="197680" y="266700"/>
                  </a:lnTo>
                  <a:lnTo>
                    <a:pt x="208301" y="257810"/>
                  </a:lnTo>
                  <a:lnTo>
                    <a:pt x="228956" y="246380"/>
                  </a:lnTo>
                  <a:lnTo>
                    <a:pt x="232953" y="241300"/>
                  </a:lnTo>
                  <a:lnTo>
                    <a:pt x="233036" y="240030"/>
                  </a:lnTo>
                  <a:lnTo>
                    <a:pt x="233120" y="238760"/>
                  </a:lnTo>
                  <a:lnTo>
                    <a:pt x="231223" y="233680"/>
                  </a:lnTo>
                  <a:lnTo>
                    <a:pt x="225307" y="227330"/>
                  </a:lnTo>
                  <a:lnTo>
                    <a:pt x="222238" y="222250"/>
                  </a:lnTo>
                  <a:lnTo>
                    <a:pt x="220514" y="214630"/>
                  </a:lnTo>
                  <a:lnTo>
                    <a:pt x="218800" y="208280"/>
                  </a:lnTo>
                  <a:lnTo>
                    <a:pt x="215763" y="204470"/>
                  </a:lnTo>
                  <a:lnTo>
                    <a:pt x="211912" y="200660"/>
                  </a:lnTo>
                  <a:lnTo>
                    <a:pt x="217493" y="200660"/>
                  </a:lnTo>
                  <a:lnTo>
                    <a:pt x="221902" y="204470"/>
                  </a:lnTo>
                  <a:lnTo>
                    <a:pt x="223074" y="209550"/>
                  </a:lnTo>
                  <a:lnTo>
                    <a:pt x="224079" y="213360"/>
                  </a:lnTo>
                  <a:lnTo>
                    <a:pt x="225139" y="218440"/>
                  </a:lnTo>
                  <a:lnTo>
                    <a:pt x="226088" y="222250"/>
                  </a:lnTo>
                  <a:lnTo>
                    <a:pt x="228097" y="224790"/>
                  </a:lnTo>
                  <a:lnTo>
                    <a:pt x="234292" y="231140"/>
                  </a:lnTo>
                  <a:lnTo>
                    <a:pt x="236971" y="236220"/>
                  </a:lnTo>
                  <a:lnTo>
                    <a:pt x="236859" y="238760"/>
                  </a:lnTo>
                  <a:lnTo>
                    <a:pt x="236748" y="241300"/>
                  </a:lnTo>
                  <a:lnTo>
                    <a:pt x="236678" y="242570"/>
                  </a:lnTo>
                  <a:lnTo>
                    <a:pt x="236608" y="243840"/>
                  </a:lnTo>
                  <a:lnTo>
                    <a:pt x="236539" y="245110"/>
                  </a:lnTo>
                  <a:lnTo>
                    <a:pt x="236469" y="246380"/>
                  </a:lnTo>
                  <a:lnTo>
                    <a:pt x="233120" y="248920"/>
                  </a:lnTo>
                  <a:lnTo>
                    <a:pt x="228990" y="251460"/>
                  </a:lnTo>
                  <a:lnTo>
                    <a:pt x="222111" y="255270"/>
                  </a:lnTo>
                  <a:lnTo>
                    <a:pt x="214514" y="259080"/>
                  </a:lnTo>
                  <a:lnTo>
                    <a:pt x="207054" y="264160"/>
                  </a:lnTo>
                  <a:lnTo>
                    <a:pt x="200583" y="269240"/>
                  </a:lnTo>
                  <a:lnTo>
                    <a:pt x="194330" y="275590"/>
                  </a:lnTo>
                  <a:lnTo>
                    <a:pt x="187607" y="280670"/>
                  </a:lnTo>
                  <a:lnTo>
                    <a:pt x="184119" y="281940"/>
                  </a:lnTo>
                  <a:close/>
                </a:path>
                <a:path w="237489" h="284479">
                  <a:moveTo>
                    <a:pt x="173626" y="284480"/>
                  </a:moveTo>
                  <a:lnTo>
                    <a:pt x="166878" y="284480"/>
                  </a:lnTo>
                  <a:lnTo>
                    <a:pt x="160664" y="281940"/>
                  </a:lnTo>
                  <a:lnTo>
                    <a:pt x="149739" y="267970"/>
                  </a:lnTo>
                  <a:lnTo>
                    <a:pt x="141041" y="267970"/>
                  </a:lnTo>
                  <a:lnTo>
                    <a:pt x="132982" y="266700"/>
                  </a:lnTo>
                  <a:lnTo>
                    <a:pt x="152965" y="266700"/>
                  </a:lnTo>
                  <a:lnTo>
                    <a:pt x="154539" y="270510"/>
                  </a:lnTo>
                  <a:lnTo>
                    <a:pt x="158557" y="278130"/>
                  </a:lnTo>
                  <a:lnTo>
                    <a:pt x="165422" y="281940"/>
                  </a:lnTo>
                  <a:lnTo>
                    <a:pt x="184119" y="281940"/>
                  </a:lnTo>
                  <a:lnTo>
                    <a:pt x="180632" y="283210"/>
                  </a:lnTo>
                  <a:lnTo>
                    <a:pt x="173626" y="28448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</p:grpSp>
      <p:sp>
        <p:nvSpPr>
          <p:cNvPr id="21" name="object 17">
            <a:extLst>
              <a:ext uri="{FF2B5EF4-FFF2-40B4-BE49-F238E27FC236}">
                <a16:creationId xmlns:a16="http://schemas.microsoft.com/office/drawing/2014/main" id="{3A85C5C1-7717-7454-5686-25EB35611B7E}"/>
              </a:ext>
            </a:extLst>
          </p:cNvPr>
          <p:cNvSpPr txBox="1"/>
          <p:nvPr/>
        </p:nvSpPr>
        <p:spPr>
          <a:xfrm>
            <a:off x="2864488" y="4302028"/>
            <a:ext cx="72410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1200" b="1" dirty="0">
                <a:latin typeface="SUIT" pitchFamily="2" charset="-127"/>
                <a:ea typeface="SUIT" pitchFamily="2" charset="-127"/>
                <a:cs typeface="Dotum"/>
              </a:rPr>
              <a:t>Linux </a:t>
            </a: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서버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2" name="object 18">
            <a:extLst>
              <a:ext uri="{FF2B5EF4-FFF2-40B4-BE49-F238E27FC236}">
                <a16:creationId xmlns:a16="http://schemas.microsoft.com/office/drawing/2014/main" id="{EEB484D7-212F-5EED-86C7-4FB03E50909D}"/>
              </a:ext>
            </a:extLst>
          </p:cNvPr>
          <p:cNvGrpSpPr/>
          <p:nvPr/>
        </p:nvGrpSpPr>
        <p:grpSpPr>
          <a:xfrm>
            <a:off x="4197350" y="3959092"/>
            <a:ext cx="1746250" cy="603250"/>
            <a:chOff x="6296024" y="5562599"/>
            <a:chExt cx="2619375" cy="904875"/>
          </a:xfrm>
        </p:grpSpPr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B348023C-9333-BF0D-99B5-E3202904231C}"/>
                </a:ext>
              </a:extLst>
            </p:cNvPr>
            <p:cNvSpPr/>
            <p:nvPr/>
          </p:nvSpPr>
          <p:spPr>
            <a:xfrm>
              <a:off x="6296024" y="5562599"/>
              <a:ext cx="2619375" cy="904875"/>
            </a:xfrm>
            <a:custGeom>
              <a:avLst/>
              <a:gdLst/>
              <a:ahLst/>
              <a:cxnLst/>
              <a:rect l="l" t="t" r="r" b="b"/>
              <a:pathLst>
                <a:path w="2619375" h="904875">
                  <a:moveTo>
                    <a:pt x="2548177" y="904874"/>
                  </a:moveTo>
                  <a:lnTo>
                    <a:pt x="71196" y="904874"/>
                  </a:lnTo>
                  <a:lnTo>
                    <a:pt x="66240" y="904386"/>
                  </a:lnTo>
                  <a:lnTo>
                    <a:pt x="29703" y="889252"/>
                  </a:lnTo>
                  <a:lnTo>
                    <a:pt x="3884" y="853212"/>
                  </a:lnTo>
                  <a:lnTo>
                    <a:pt x="0" y="833678"/>
                  </a:lnTo>
                  <a:lnTo>
                    <a:pt x="0" y="828674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48177" y="0"/>
                  </a:lnTo>
                  <a:lnTo>
                    <a:pt x="2589668" y="15621"/>
                  </a:lnTo>
                  <a:lnTo>
                    <a:pt x="2615487" y="51661"/>
                  </a:lnTo>
                  <a:lnTo>
                    <a:pt x="2619374" y="71196"/>
                  </a:lnTo>
                  <a:lnTo>
                    <a:pt x="2619374" y="833678"/>
                  </a:lnTo>
                  <a:lnTo>
                    <a:pt x="2603751" y="875169"/>
                  </a:lnTo>
                  <a:lnTo>
                    <a:pt x="2567711" y="900988"/>
                  </a:lnTo>
                  <a:lnTo>
                    <a:pt x="2553132" y="904386"/>
                  </a:lnTo>
                  <a:lnTo>
                    <a:pt x="2548177" y="9048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4" name="object 20">
              <a:extLst>
                <a:ext uri="{FF2B5EF4-FFF2-40B4-BE49-F238E27FC236}">
                  <a16:creationId xmlns:a16="http://schemas.microsoft.com/office/drawing/2014/main" id="{E998F8BB-81B0-84DD-09FE-F4727427A52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6649" y="5732859"/>
              <a:ext cx="250031" cy="250031"/>
            </a:xfrm>
            <a:prstGeom prst="rect">
              <a:avLst/>
            </a:prstGeom>
          </p:spPr>
        </p:pic>
      </p:grpSp>
      <p:sp>
        <p:nvSpPr>
          <p:cNvPr id="25" name="object 21">
            <a:extLst>
              <a:ext uri="{FF2B5EF4-FFF2-40B4-BE49-F238E27FC236}">
                <a16:creationId xmlns:a16="http://schemas.microsoft.com/office/drawing/2014/main" id="{B0170404-B68D-B6EA-BED2-BF08D556788B}"/>
              </a:ext>
            </a:extLst>
          </p:cNvPr>
          <p:cNvSpPr txBox="1"/>
          <p:nvPr/>
        </p:nvSpPr>
        <p:spPr>
          <a:xfrm>
            <a:off x="4580626" y="4302028"/>
            <a:ext cx="1061049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1200" b="1" dirty="0">
                <a:latin typeface="SUIT" pitchFamily="2" charset="-127"/>
                <a:ea typeface="SUIT" pitchFamily="2" charset="-127"/>
                <a:cs typeface="Dotum"/>
              </a:rPr>
              <a:t>Windows </a:t>
            </a: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서버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26" name="object 22">
            <a:extLst>
              <a:ext uri="{FF2B5EF4-FFF2-40B4-BE49-F238E27FC236}">
                <a16:creationId xmlns:a16="http://schemas.microsoft.com/office/drawing/2014/main" id="{427EB027-8E0B-2B11-EDFD-8B6BB387C658}"/>
              </a:ext>
            </a:extLst>
          </p:cNvPr>
          <p:cNvGrpSpPr/>
          <p:nvPr/>
        </p:nvGrpSpPr>
        <p:grpSpPr>
          <a:xfrm>
            <a:off x="508000" y="4663942"/>
            <a:ext cx="1746250" cy="609600"/>
            <a:chOff x="761999" y="6619874"/>
            <a:chExt cx="2619375" cy="914400"/>
          </a:xfrm>
        </p:grpSpPr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02B06DB5-CDAB-55FC-EBAE-AFC4A7204E7E}"/>
                </a:ext>
              </a:extLst>
            </p:cNvPr>
            <p:cNvSpPr/>
            <p:nvPr/>
          </p:nvSpPr>
          <p:spPr>
            <a:xfrm>
              <a:off x="761999" y="6619874"/>
              <a:ext cx="2619375" cy="914400"/>
            </a:xfrm>
            <a:custGeom>
              <a:avLst/>
              <a:gdLst/>
              <a:ahLst/>
              <a:cxnLst/>
              <a:rect l="l" t="t" r="r" b="b"/>
              <a:pathLst>
                <a:path w="2619375" h="914400">
                  <a:moveTo>
                    <a:pt x="2548178" y="914399"/>
                  </a:moveTo>
                  <a:lnTo>
                    <a:pt x="71196" y="914399"/>
                  </a:lnTo>
                  <a:lnTo>
                    <a:pt x="66241" y="913912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48178" y="0"/>
                  </a:lnTo>
                  <a:lnTo>
                    <a:pt x="2589669" y="15621"/>
                  </a:lnTo>
                  <a:lnTo>
                    <a:pt x="2615488" y="51660"/>
                  </a:lnTo>
                  <a:lnTo>
                    <a:pt x="2619374" y="71196"/>
                  </a:lnTo>
                  <a:lnTo>
                    <a:pt x="2619374" y="843203"/>
                  </a:lnTo>
                  <a:lnTo>
                    <a:pt x="2603752" y="884693"/>
                  </a:lnTo>
                  <a:lnTo>
                    <a:pt x="2567712" y="910513"/>
                  </a:lnTo>
                  <a:lnTo>
                    <a:pt x="2553133" y="913911"/>
                  </a:lnTo>
                  <a:lnTo>
                    <a:pt x="2548178" y="9143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30" name="object 24">
              <a:extLst>
                <a:ext uri="{FF2B5EF4-FFF2-40B4-BE49-F238E27FC236}">
                  <a16:creationId xmlns:a16="http://schemas.microsoft.com/office/drawing/2014/main" id="{251CED06-88A0-D141-A5E1-26C8EC725036}"/>
                </a:ext>
              </a:extLst>
            </p:cNvPr>
            <p:cNvSpPr/>
            <p:nvPr/>
          </p:nvSpPr>
          <p:spPr>
            <a:xfrm>
              <a:off x="1943099" y="6772274"/>
              <a:ext cx="250190" cy="285750"/>
            </a:xfrm>
            <a:custGeom>
              <a:avLst/>
              <a:gdLst/>
              <a:ahLst/>
              <a:cxnLst/>
              <a:rect l="l" t="t" r="r" b="b"/>
              <a:pathLst>
                <a:path w="250189" h="285750">
                  <a:moveTo>
                    <a:pt x="125015" y="116085"/>
                  </a:moveTo>
                  <a:lnTo>
                    <a:pt x="76356" y="112578"/>
                  </a:lnTo>
                  <a:lnTo>
                    <a:pt x="36618" y="103012"/>
                  </a:lnTo>
                  <a:lnTo>
                    <a:pt x="9825" y="88820"/>
                  </a:lnTo>
                  <a:lnTo>
                    <a:pt x="0" y="71437"/>
                  </a:lnTo>
                  <a:lnTo>
                    <a:pt x="0" y="44648"/>
                  </a:lnTo>
                  <a:lnTo>
                    <a:pt x="9825" y="27265"/>
                  </a:lnTo>
                  <a:lnTo>
                    <a:pt x="36618" y="13073"/>
                  </a:lnTo>
                  <a:lnTo>
                    <a:pt x="76356" y="3507"/>
                  </a:lnTo>
                  <a:lnTo>
                    <a:pt x="125015" y="0"/>
                  </a:lnTo>
                  <a:lnTo>
                    <a:pt x="173674" y="3507"/>
                  </a:lnTo>
                  <a:lnTo>
                    <a:pt x="213412" y="13073"/>
                  </a:lnTo>
                  <a:lnTo>
                    <a:pt x="240205" y="27265"/>
                  </a:lnTo>
                  <a:lnTo>
                    <a:pt x="250031" y="44648"/>
                  </a:lnTo>
                  <a:lnTo>
                    <a:pt x="250031" y="71437"/>
                  </a:lnTo>
                  <a:lnTo>
                    <a:pt x="240205" y="88820"/>
                  </a:lnTo>
                  <a:lnTo>
                    <a:pt x="213412" y="103012"/>
                  </a:lnTo>
                  <a:lnTo>
                    <a:pt x="173674" y="112578"/>
                  </a:lnTo>
                  <a:lnTo>
                    <a:pt x="125015" y="116085"/>
                  </a:lnTo>
                  <a:close/>
                </a:path>
                <a:path w="250189" h="285750">
                  <a:moveTo>
                    <a:pt x="125015" y="205382"/>
                  </a:moveTo>
                  <a:lnTo>
                    <a:pt x="76356" y="201875"/>
                  </a:lnTo>
                  <a:lnTo>
                    <a:pt x="36618" y="192309"/>
                  </a:lnTo>
                  <a:lnTo>
                    <a:pt x="9825" y="178117"/>
                  </a:lnTo>
                  <a:lnTo>
                    <a:pt x="0" y="160734"/>
                  </a:lnTo>
                  <a:lnTo>
                    <a:pt x="0" y="103863"/>
                  </a:lnTo>
                  <a:lnTo>
                    <a:pt x="6621" y="108531"/>
                  </a:lnTo>
                  <a:lnTo>
                    <a:pt x="14020" y="112744"/>
                  </a:lnTo>
                  <a:lnTo>
                    <a:pt x="50848" y="125798"/>
                  </a:lnTo>
                  <a:lnTo>
                    <a:pt x="98598" y="132994"/>
                  </a:lnTo>
                  <a:lnTo>
                    <a:pt x="125015" y="133945"/>
                  </a:lnTo>
                  <a:lnTo>
                    <a:pt x="250031" y="133945"/>
                  </a:lnTo>
                  <a:lnTo>
                    <a:pt x="250031" y="160734"/>
                  </a:lnTo>
                  <a:lnTo>
                    <a:pt x="240205" y="178117"/>
                  </a:lnTo>
                  <a:lnTo>
                    <a:pt x="213412" y="192309"/>
                  </a:lnTo>
                  <a:lnTo>
                    <a:pt x="173674" y="201875"/>
                  </a:lnTo>
                  <a:lnTo>
                    <a:pt x="125015" y="205382"/>
                  </a:lnTo>
                  <a:close/>
                </a:path>
                <a:path w="250189" h="285750">
                  <a:moveTo>
                    <a:pt x="250031" y="133945"/>
                  </a:moveTo>
                  <a:lnTo>
                    <a:pt x="125015" y="133945"/>
                  </a:lnTo>
                  <a:lnTo>
                    <a:pt x="151433" y="132994"/>
                  </a:lnTo>
                  <a:lnTo>
                    <a:pt x="176333" y="130233"/>
                  </a:lnTo>
                  <a:lnTo>
                    <a:pt x="219447" y="119825"/>
                  </a:lnTo>
                  <a:lnTo>
                    <a:pt x="250031" y="103863"/>
                  </a:lnTo>
                  <a:lnTo>
                    <a:pt x="250031" y="133945"/>
                  </a:lnTo>
                  <a:close/>
                </a:path>
                <a:path w="250189" h="285750">
                  <a:moveTo>
                    <a:pt x="125015" y="285750"/>
                  </a:moveTo>
                  <a:lnTo>
                    <a:pt x="76356" y="282242"/>
                  </a:lnTo>
                  <a:lnTo>
                    <a:pt x="36618" y="272676"/>
                  </a:lnTo>
                  <a:lnTo>
                    <a:pt x="9825" y="258484"/>
                  </a:lnTo>
                  <a:lnTo>
                    <a:pt x="0" y="241101"/>
                  </a:lnTo>
                  <a:lnTo>
                    <a:pt x="0" y="193160"/>
                  </a:lnTo>
                  <a:lnTo>
                    <a:pt x="6621" y="197828"/>
                  </a:lnTo>
                  <a:lnTo>
                    <a:pt x="14020" y="202041"/>
                  </a:lnTo>
                  <a:lnTo>
                    <a:pt x="50848" y="215095"/>
                  </a:lnTo>
                  <a:lnTo>
                    <a:pt x="98598" y="222291"/>
                  </a:lnTo>
                  <a:lnTo>
                    <a:pt x="125015" y="223242"/>
                  </a:lnTo>
                  <a:lnTo>
                    <a:pt x="250031" y="223242"/>
                  </a:lnTo>
                  <a:lnTo>
                    <a:pt x="250031" y="241101"/>
                  </a:lnTo>
                  <a:lnTo>
                    <a:pt x="240205" y="258484"/>
                  </a:lnTo>
                  <a:lnTo>
                    <a:pt x="213412" y="272676"/>
                  </a:lnTo>
                  <a:lnTo>
                    <a:pt x="173674" y="282242"/>
                  </a:lnTo>
                  <a:lnTo>
                    <a:pt x="125015" y="285750"/>
                  </a:lnTo>
                  <a:close/>
                </a:path>
                <a:path w="250189" h="285750">
                  <a:moveTo>
                    <a:pt x="250031" y="223242"/>
                  </a:moveTo>
                  <a:lnTo>
                    <a:pt x="125015" y="223242"/>
                  </a:lnTo>
                  <a:lnTo>
                    <a:pt x="151433" y="222291"/>
                  </a:lnTo>
                  <a:lnTo>
                    <a:pt x="176333" y="219530"/>
                  </a:lnTo>
                  <a:lnTo>
                    <a:pt x="219447" y="209122"/>
                  </a:lnTo>
                  <a:lnTo>
                    <a:pt x="250031" y="193160"/>
                  </a:lnTo>
                  <a:lnTo>
                    <a:pt x="250031" y="223242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</p:grpSp>
      <p:sp>
        <p:nvSpPr>
          <p:cNvPr id="31" name="object 25">
            <a:extLst>
              <a:ext uri="{FF2B5EF4-FFF2-40B4-BE49-F238E27FC236}">
                <a16:creationId xmlns:a16="http://schemas.microsoft.com/office/drawing/2014/main" id="{5C47F58D-8803-63E6-F0E5-D292899D5D24}"/>
              </a:ext>
            </a:extLst>
          </p:cNvPr>
          <p:cNvSpPr txBox="1"/>
          <p:nvPr/>
        </p:nvSpPr>
        <p:spPr>
          <a:xfrm>
            <a:off x="1028262" y="5013228"/>
            <a:ext cx="79191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1200" b="1" dirty="0">
                <a:latin typeface="SUIT" pitchFamily="2" charset="-127"/>
                <a:ea typeface="SUIT" pitchFamily="2" charset="-127"/>
                <a:cs typeface="Dotum"/>
              </a:rPr>
              <a:t>SQL </a:t>
            </a: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서버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32" name="object 26">
            <a:extLst>
              <a:ext uri="{FF2B5EF4-FFF2-40B4-BE49-F238E27FC236}">
                <a16:creationId xmlns:a16="http://schemas.microsoft.com/office/drawing/2014/main" id="{5FA5A5AB-3E19-356B-C3F4-094B88E49012}"/>
              </a:ext>
            </a:extLst>
          </p:cNvPr>
          <p:cNvGrpSpPr/>
          <p:nvPr/>
        </p:nvGrpSpPr>
        <p:grpSpPr>
          <a:xfrm>
            <a:off x="2355849" y="4663942"/>
            <a:ext cx="1739900" cy="609600"/>
            <a:chOff x="3533774" y="6619874"/>
            <a:chExt cx="2609850" cy="914400"/>
          </a:xfrm>
        </p:grpSpPr>
        <p:sp>
          <p:nvSpPr>
            <p:cNvPr id="33" name="object 27">
              <a:extLst>
                <a:ext uri="{FF2B5EF4-FFF2-40B4-BE49-F238E27FC236}">
                  <a16:creationId xmlns:a16="http://schemas.microsoft.com/office/drawing/2014/main" id="{685B685B-E943-D963-61AE-D20C21E85359}"/>
                </a:ext>
              </a:extLst>
            </p:cNvPr>
            <p:cNvSpPr/>
            <p:nvPr/>
          </p:nvSpPr>
          <p:spPr>
            <a:xfrm>
              <a:off x="3533774" y="6619874"/>
              <a:ext cx="2609850" cy="914400"/>
            </a:xfrm>
            <a:custGeom>
              <a:avLst/>
              <a:gdLst/>
              <a:ahLst/>
              <a:cxnLst/>
              <a:rect l="l" t="t" r="r" b="b"/>
              <a:pathLst>
                <a:path w="2609850" h="914400">
                  <a:moveTo>
                    <a:pt x="2538653" y="914399"/>
                  </a:moveTo>
                  <a:lnTo>
                    <a:pt x="71196" y="914399"/>
                  </a:lnTo>
                  <a:lnTo>
                    <a:pt x="66241" y="913912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38653" y="0"/>
                  </a:lnTo>
                  <a:lnTo>
                    <a:pt x="2580144" y="15621"/>
                  </a:lnTo>
                  <a:lnTo>
                    <a:pt x="2605963" y="51660"/>
                  </a:lnTo>
                  <a:lnTo>
                    <a:pt x="2609849" y="71196"/>
                  </a:lnTo>
                  <a:lnTo>
                    <a:pt x="2609849" y="843203"/>
                  </a:lnTo>
                  <a:lnTo>
                    <a:pt x="2594227" y="884693"/>
                  </a:lnTo>
                  <a:lnTo>
                    <a:pt x="2558187" y="910513"/>
                  </a:lnTo>
                  <a:lnTo>
                    <a:pt x="2543608" y="913911"/>
                  </a:lnTo>
                  <a:lnTo>
                    <a:pt x="2538653" y="9143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34" name="object 28">
              <a:extLst>
                <a:ext uri="{FF2B5EF4-FFF2-40B4-BE49-F238E27FC236}">
                  <a16:creationId xmlns:a16="http://schemas.microsoft.com/office/drawing/2014/main" id="{71D1D9BD-DEFF-A354-D1F4-3305C6B59450}"/>
                </a:ext>
              </a:extLst>
            </p:cNvPr>
            <p:cNvSpPr/>
            <p:nvPr/>
          </p:nvSpPr>
          <p:spPr>
            <a:xfrm>
              <a:off x="4695825" y="67722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94611" y="178593"/>
                  </a:moveTo>
                  <a:lnTo>
                    <a:pt x="91138" y="178593"/>
                  </a:lnTo>
                  <a:lnTo>
                    <a:pt x="90332" y="169951"/>
                  </a:lnTo>
                  <a:lnTo>
                    <a:pt x="89757" y="161111"/>
                  </a:lnTo>
                  <a:lnTo>
                    <a:pt x="89411" y="152082"/>
                  </a:lnTo>
                  <a:lnTo>
                    <a:pt x="89419" y="133668"/>
                  </a:lnTo>
                  <a:lnTo>
                    <a:pt x="89778" y="124638"/>
                  </a:lnTo>
                  <a:lnTo>
                    <a:pt x="90356" y="115798"/>
                  </a:lnTo>
                  <a:lnTo>
                    <a:pt x="91138" y="107156"/>
                  </a:lnTo>
                  <a:lnTo>
                    <a:pt x="194611" y="107156"/>
                  </a:lnTo>
                  <a:lnTo>
                    <a:pt x="195417" y="115798"/>
                  </a:lnTo>
                  <a:lnTo>
                    <a:pt x="195992" y="124638"/>
                  </a:lnTo>
                  <a:lnTo>
                    <a:pt x="196338" y="133668"/>
                  </a:lnTo>
                  <a:lnTo>
                    <a:pt x="196330" y="152082"/>
                  </a:lnTo>
                  <a:lnTo>
                    <a:pt x="195971" y="161111"/>
                  </a:lnTo>
                  <a:lnTo>
                    <a:pt x="195393" y="169951"/>
                  </a:lnTo>
                  <a:lnTo>
                    <a:pt x="194611" y="178593"/>
                  </a:lnTo>
                  <a:close/>
                </a:path>
                <a:path w="285750" h="285750">
                  <a:moveTo>
                    <a:pt x="281229" y="178593"/>
                  </a:moveTo>
                  <a:lnTo>
                    <a:pt x="212526" y="178593"/>
                  </a:lnTo>
                  <a:lnTo>
                    <a:pt x="213300" y="169889"/>
                  </a:lnTo>
                  <a:lnTo>
                    <a:pt x="213859" y="161027"/>
                  </a:lnTo>
                  <a:lnTo>
                    <a:pt x="214198" y="152019"/>
                  </a:lnTo>
                  <a:lnTo>
                    <a:pt x="214197" y="133699"/>
                  </a:lnTo>
                  <a:lnTo>
                    <a:pt x="213856" y="124680"/>
                  </a:lnTo>
                  <a:lnTo>
                    <a:pt x="213297" y="115829"/>
                  </a:lnTo>
                  <a:lnTo>
                    <a:pt x="212526" y="107156"/>
                  </a:lnTo>
                  <a:lnTo>
                    <a:pt x="281229" y="107156"/>
                  </a:lnTo>
                  <a:lnTo>
                    <a:pt x="283183" y="115829"/>
                  </a:lnTo>
                  <a:lnTo>
                    <a:pt x="284598" y="124680"/>
                  </a:lnTo>
                  <a:lnTo>
                    <a:pt x="285459" y="133699"/>
                  </a:lnTo>
                  <a:lnTo>
                    <a:pt x="285750" y="142875"/>
                  </a:lnTo>
                  <a:lnTo>
                    <a:pt x="285460" y="152019"/>
                  </a:lnTo>
                  <a:lnTo>
                    <a:pt x="284602" y="161027"/>
                  </a:lnTo>
                  <a:lnTo>
                    <a:pt x="283188" y="169889"/>
                  </a:lnTo>
                  <a:lnTo>
                    <a:pt x="281229" y="178593"/>
                  </a:lnTo>
                  <a:close/>
                </a:path>
                <a:path w="285750" h="285750">
                  <a:moveTo>
                    <a:pt x="192155" y="89296"/>
                  </a:moveTo>
                  <a:lnTo>
                    <a:pt x="93594" y="89296"/>
                  </a:lnTo>
                  <a:lnTo>
                    <a:pt x="96490" y="74485"/>
                  </a:lnTo>
                  <a:lnTo>
                    <a:pt x="108663" y="36444"/>
                  </a:lnTo>
                  <a:lnTo>
                    <a:pt x="133610" y="1785"/>
                  </a:lnTo>
                  <a:lnTo>
                    <a:pt x="138800" y="0"/>
                  </a:lnTo>
                  <a:lnTo>
                    <a:pt x="146949" y="0"/>
                  </a:lnTo>
                  <a:lnTo>
                    <a:pt x="177086" y="36444"/>
                  </a:lnTo>
                  <a:lnTo>
                    <a:pt x="189275" y="74485"/>
                  </a:lnTo>
                  <a:lnTo>
                    <a:pt x="192155" y="89296"/>
                  </a:lnTo>
                  <a:close/>
                </a:path>
                <a:path w="285750" h="285750">
                  <a:moveTo>
                    <a:pt x="75511" y="89296"/>
                  </a:moveTo>
                  <a:lnTo>
                    <a:pt x="10380" y="89296"/>
                  </a:lnTo>
                  <a:lnTo>
                    <a:pt x="26290" y="60254"/>
                  </a:lnTo>
                  <a:lnTo>
                    <a:pt x="48248" y="35816"/>
                  </a:lnTo>
                  <a:lnTo>
                    <a:pt x="75270" y="16966"/>
                  </a:lnTo>
                  <a:lnTo>
                    <a:pt x="106374" y="4688"/>
                  </a:lnTo>
                  <a:lnTo>
                    <a:pt x="96333" y="20945"/>
                  </a:lnTo>
                  <a:lnTo>
                    <a:pt x="87699" y="40776"/>
                  </a:lnTo>
                  <a:lnTo>
                    <a:pt x="80687" y="63715"/>
                  </a:lnTo>
                  <a:lnTo>
                    <a:pt x="75511" y="89296"/>
                  </a:lnTo>
                  <a:close/>
                </a:path>
                <a:path w="285750" h="285750">
                  <a:moveTo>
                    <a:pt x="275313" y="89296"/>
                  </a:moveTo>
                  <a:lnTo>
                    <a:pt x="210238" y="89296"/>
                  </a:lnTo>
                  <a:lnTo>
                    <a:pt x="205062" y="63715"/>
                  </a:lnTo>
                  <a:lnTo>
                    <a:pt x="198050" y="40776"/>
                  </a:lnTo>
                  <a:lnTo>
                    <a:pt x="189416" y="20945"/>
                  </a:lnTo>
                  <a:lnTo>
                    <a:pt x="179375" y="4688"/>
                  </a:lnTo>
                  <a:lnTo>
                    <a:pt x="210454" y="16966"/>
                  </a:lnTo>
                  <a:lnTo>
                    <a:pt x="237473" y="35816"/>
                  </a:lnTo>
                  <a:lnTo>
                    <a:pt x="259428" y="60254"/>
                  </a:lnTo>
                  <a:lnTo>
                    <a:pt x="275313" y="89296"/>
                  </a:lnTo>
                  <a:close/>
                </a:path>
                <a:path w="285750" h="285750">
                  <a:moveTo>
                    <a:pt x="73223" y="178593"/>
                  </a:moveTo>
                  <a:lnTo>
                    <a:pt x="4520" y="178593"/>
                  </a:lnTo>
                  <a:lnTo>
                    <a:pt x="2561" y="169889"/>
                  </a:lnTo>
                  <a:lnTo>
                    <a:pt x="1147" y="161027"/>
                  </a:lnTo>
                  <a:lnTo>
                    <a:pt x="289" y="152019"/>
                  </a:lnTo>
                  <a:lnTo>
                    <a:pt x="0" y="142875"/>
                  </a:lnTo>
                  <a:lnTo>
                    <a:pt x="290" y="133699"/>
                  </a:lnTo>
                  <a:lnTo>
                    <a:pt x="1151" y="124680"/>
                  </a:lnTo>
                  <a:lnTo>
                    <a:pt x="2566" y="115829"/>
                  </a:lnTo>
                  <a:lnTo>
                    <a:pt x="4520" y="107156"/>
                  </a:lnTo>
                  <a:lnTo>
                    <a:pt x="73223" y="107156"/>
                  </a:lnTo>
                  <a:lnTo>
                    <a:pt x="72452" y="115829"/>
                  </a:lnTo>
                  <a:lnTo>
                    <a:pt x="71893" y="124680"/>
                  </a:lnTo>
                  <a:lnTo>
                    <a:pt x="71552" y="133699"/>
                  </a:lnTo>
                  <a:lnTo>
                    <a:pt x="71551" y="152019"/>
                  </a:lnTo>
                  <a:lnTo>
                    <a:pt x="71890" y="161027"/>
                  </a:lnTo>
                  <a:lnTo>
                    <a:pt x="72449" y="169889"/>
                  </a:lnTo>
                  <a:lnTo>
                    <a:pt x="73223" y="178593"/>
                  </a:lnTo>
                  <a:close/>
                </a:path>
                <a:path w="285750" h="285750">
                  <a:moveTo>
                    <a:pt x="106374" y="281061"/>
                  </a:moveTo>
                  <a:lnTo>
                    <a:pt x="75270" y="268783"/>
                  </a:lnTo>
                  <a:lnTo>
                    <a:pt x="48248" y="249933"/>
                  </a:lnTo>
                  <a:lnTo>
                    <a:pt x="26290" y="225495"/>
                  </a:lnTo>
                  <a:lnTo>
                    <a:pt x="10380" y="196453"/>
                  </a:lnTo>
                  <a:lnTo>
                    <a:pt x="75511" y="196453"/>
                  </a:lnTo>
                  <a:lnTo>
                    <a:pt x="80687" y="222034"/>
                  </a:lnTo>
                  <a:lnTo>
                    <a:pt x="87699" y="244973"/>
                  </a:lnTo>
                  <a:lnTo>
                    <a:pt x="96333" y="264804"/>
                  </a:lnTo>
                  <a:lnTo>
                    <a:pt x="106374" y="281061"/>
                  </a:lnTo>
                  <a:close/>
                </a:path>
                <a:path w="285750" h="285750">
                  <a:moveTo>
                    <a:pt x="146949" y="285750"/>
                  </a:moveTo>
                  <a:lnTo>
                    <a:pt x="138800" y="285750"/>
                  </a:lnTo>
                  <a:lnTo>
                    <a:pt x="133610" y="283964"/>
                  </a:lnTo>
                  <a:lnTo>
                    <a:pt x="108785" y="249554"/>
                  </a:lnTo>
                  <a:lnTo>
                    <a:pt x="96474" y="211232"/>
                  </a:lnTo>
                  <a:lnTo>
                    <a:pt x="93594" y="196453"/>
                  </a:lnTo>
                  <a:lnTo>
                    <a:pt x="192155" y="196453"/>
                  </a:lnTo>
                  <a:lnTo>
                    <a:pt x="181670" y="237735"/>
                  </a:lnTo>
                  <a:lnTo>
                    <a:pt x="163148" y="272810"/>
                  </a:lnTo>
                  <a:lnTo>
                    <a:pt x="146949" y="285750"/>
                  </a:lnTo>
                  <a:close/>
                </a:path>
                <a:path w="285750" h="285750">
                  <a:moveTo>
                    <a:pt x="179430" y="281061"/>
                  </a:moveTo>
                  <a:lnTo>
                    <a:pt x="189464" y="264804"/>
                  </a:lnTo>
                  <a:lnTo>
                    <a:pt x="198085" y="244973"/>
                  </a:lnTo>
                  <a:lnTo>
                    <a:pt x="205095" y="222034"/>
                  </a:lnTo>
                  <a:lnTo>
                    <a:pt x="210294" y="196453"/>
                  </a:lnTo>
                  <a:lnTo>
                    <a:pt x="275369" y="196453"/>
                  </a:lnTo>
                  <a:lnTo>
                    <a:pt x="259460" y="225495"/>
                  </a:lnTo>
                  <a:lnTo>
                    <a:pt x="237508" y="249933"/>
                  </a:lnTo>
                  <a:lnTo>
                    <a:pt x="210502" y="268783"/>
                  </a:lnTo>
                  <a:lnTo>
                    <a:pt x="179430" y="281061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</p:grpSp>
      <p:sp>
        <p:nvSpPr>
          <p:cNvPr id="35" name="object 29">
            <a:extLst>
              <a:ext uri="{FF2B5EF4-FFF2-40B4-BE49-F238E27FC236}">
                <a16:creationId xmlns:a16="http://schemas.microsoft.com/office/drawing/2014/main" id="{9210C87A-9D3E-ECAE-A151-67D8E8611E32}"/>
              </a:ext>
            </a:extLst>
          </p:cNvPr>
          <p:cNvSpPr txBox="1"/>
          <p:nvPr/>
        </p:nvSpPr>
        <p:spPr>
          <a:xfrm>
            <a:off x="2694665" y="5016917"/>
            <a:ext cx="1135462" cy="19364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웹 애플리케이션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36" name="object 30">
            <a:extLst>
              <a:ext uri="{FF2B5EF4-FFF2-40B4-BE49-F238E27FC236}">
                <a16:creationId xmlns:a16="http://schemas.microsoft.com/office/drawing/2014/main" id="{ABD93338-1762-B63A-3B98-39AFA4717AF5}"/>
              </a:ext>
            </a:extLst>
          </p:cNvPr>
          <p:cNvGrpSpPr/>
          <p:nvPr/>
        </p:nvGrpSpPr>
        <p:grpSpPr>
          <a:xfrm>
            <a:off x="4197350" y="4663942"/>
            <a:ext cx="1746250" cy="609600"/>
            <a:chOff x="6296024" y="6619874"/>
            <a:chExt cx="2619375" cy="914400"/>
          </a:xfrm>
        </p:grpSpPr>
        <p:sp>
          <p:nvSpPr>
            <p:cNvPr id="37" name="object 31">
              <a:extLst>
                <a:ext uri="{FF2B5EF4-FFF2-40B4-BE49-F238E27FC236}">
                  <a16:creationId xmlns:a16="http://schemas.microsoft.com/office/drawing/2014/main" id="{BA29EAAD-F820-2D95-6044-AD25C55F09B6}"/>
                </a:ext>
              </a:extLst>
            </p:cNvPr>
            <p:cNvSpPr/>
            <p:nvPr/>
          </p:nvSpPr>
          <p:spPr>
            <a:xfrm>
              <a:off x="6296024" y="6619874"/>
              <a:ext cx="2619375" cy="914400"/>
            </a:xfrm>
            <a:custGeom>
              <a:avLst/>
              <a:gdLst/>
              <a:ahLst/>
              <a:cxnLst/>
              <a:rect l="l" t="t" r="r" b="b"/>
              <a:pathLst>
                <a:path w="2619375" h="914400">
                  <a:moveTo>
                    <a:pt x="2548177" y="914399"/>
                  </a:moveTo>
                  <a:lnTo>
                    <a:pt x="71196" y="914399"/>
                  </a:lnTo>
                  <a:lnTo>
                    <a:pt x="66240" y="913912"/>
                  </a:lnTo>
                  <a:lnTo>
                    <a:pt x="29703" y="898777"/>
                  </a:lnTo>
                  <a:lnTo>
                    <a:pt x="3884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0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48177" y="0"/>
                  </a:lnTo>
                  <a:lnTo>
                    <a:pt x="2589668" y="15621"/>
                  </a:lnTo>
                  <a:lnTo>
                    <a:pt x="2615487" y="51660"/>
                  </a:lnTo>
                  <a:lnTo>
                    <a:pt x="2619374" y="71196"/>
                  </a:lnTo>
                  <a:lnTo>
                    <a:pt x="2619374" y="843203"/>
                  </a:lnTo>
                  <a:lnTo>
                    <a:pt x="2603751" y="884693"/>
                  </a:lnTo>
                  <a:lnTo>
                    <a:pt x="2567711" y="910513"/>
                  </a:lnTo>
                  <a:lnTo>
                    <a:pt x="2553132" y="913911"/>
                  </a:lnTo>
                  <a:lnTo>
                    <a:pt x="2548177" y="9143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38" name="object 32">
              <a:extLst>
                <a:ext uri="{FF2B5EF4-FFF2-40B4-BE49-F238E27FC236}">
                  <a16:creationId xmlns:a16="http://schemas.microsoft.com/office/drawing/2014/main" id="{59B33653-AD91-A864-E704-A277A87FDB2F}"/>
                </a:ext>
              </a:extLst>
            </p:cNvPr>
            <p:cNvSpPr/>
            <p:nvPr/>
          </p:nvSpPr>
          <p:spPr>
            <a:xfrm>
              <a:off x="7429499" y="6772274"/>
              <a:ext cx="357505" cy="285750"/>
            </a:xfrm>
            <a:custGeom>
              <a:avLst/>
              <a:gdLst/>
              <a:ahLst/>
              <a:cxnLst/>
              <a:rect l="l" t="t" r="r" b="b"/>
              <a:pathLst>
                <a:path w="357504" h="285750">
                  <a:moveTo>
                    <a:pt x="223242" y="107156"/>
                  </a:moveTo>
                  <a:lnTo>
                    <a:pt x="133945" y="107156"/>
                  </a:lnTo>
                  <a:lnTo>
                    <a:pt x="123520" y="105050"/>
                  </a:lnTo>
                  <a:lnTo>
                    <a:pt x="115004" y="99307"/>
                  </a:lnTo>
                  <a:lnTo>
                    <a:pt x="109262" y="90792"/>
                  </a:lnTo>
                  <a:lnTo>
                    <a:pt x="107156" y="80367"/>
                  </a:lnTo>
                  <a:lnTo>
                    <a:pt x="107156" y="26789"/>
                  </a:lnTo>
                  <a:lnTo>
                    <a:pt x="109262" y="16363"/>
                  </a:lnTo>
                  <a:lnTo>
                    <a:pt x="115004" y="7848"/>
                  </a:lnTo>
                  <a:lnTo>
                    <a:pt x="123520" y="2105"/>
                  </a:lnTo>
                  <a:lnTo>
                    <a:pt x="133945" y="0"/>
                  </a:lnTo>
                  <a:lnTo>
                    <a:pt x="223242" y="0"/>
                  </a:lnTo>
                  <a:lnTo>
                    <a:pt x="233667" y="2105"/>
                  </a:lnTo>
                  <a:lnTo>
                    <a:pt x="242182" y="7848"/>
                  </a:lnTo>
                  <a:lnTo>
                    <a:pt x="247925" y="16363"/>
                  </a:lnTo>
                  <a:lnTo>
                    <a:pt x="250031" y="26789"/>
                  </a:lnTo>
                  <a:lnTo>
                    <a:pt x="250031" y="35718"/>
                  </a:lnTo>
                  <a:lnTo>
                    <a:pt x="142875" y="35718"/>
                  </a:lnTo>
                  <a:lnTo>
                    <a:pt x="142875" y="71437"/>
                  </a:lnTo>
                  <a:lnTo>
                    <a:pt x="250031" y="71437"/>
                  </a:lnTo>
                  <a:lnTo>
                    <a:pt x="250031" y="80367"/>
                  </a:lnTo>
                  <a:lnTo>
                    <a:pt x="247925" y="90792"/>
                  </a:lnTo>
                  <a:lnTo>
                    <a:pt x="242182" y="99307"/>
                  </a:lnTo>
                  <a:lnTo>
                    <a:pt x="233667" y="105050"/>
                  </a:lnTo>
                  <a:lnTo>
                    <a:pt x="223242" y="107156"/>
                  </a:lnTo>
                  <a:close/>
                </a:path>
                <a:path w="357504" h="285750">
                  <a:moveTo>
                    <a:pt x="250031" y="71437"/>
                  </a:moveTo>
                  <a:lnTo>
                    <a:pt x="214312" y="71437"/>
                  </a:lnTo>
                  <a:lnTo>
                    <a:pt x="214312" y="35718"/>
                  </a:lnTo>
                  <a:lnTo>
                    <a:pt x="250031" y="35718"/>
                  </a:lnTo>
                  <a:lnTo>
                    <a:pt x="250031" y="71437"/>
                  </a:lnTo>
                  <a:close/>
                </a:path>
                <a:path w="357504" h="285750">
                  <a:moveTo>
                    <a:pt x="196453" y="125015"/>
                  </a:moveTo>
                  <a:lnTo>
                    <a:pt x="160734" y="125015"/>
                  </a:lnTo>
                  <a:lnTo>
                    <a:pt x="160734" y="107156"/>
                  </a:lnTo>
                  <a:lnTo>
                    <a:pt x="196453" y="107156"/>
                  </a:lnTo>
                  <a:lnTo>
                    <a:pt x="196453" y="125015"/>
                  </a:lnTo>
                  <a:close/>
                </a:path>
                <a:path w="357504" h="285750">
                  <a:moveTo>
                    <a:pt x="349206" y="160734"/>
                  </a:moveTo>
                  <a:lnTo>
                    <a:pt x="7980" y="160734"/>
                  </a:lnTo>
                  <a:lnTo>
                    <a:pt x="0" y="152753"/>
                  </a:lnTo>
                  <a:lnTo>
                    <a:pt x="0" y="132996"/>
                  </a:lnTo>
                  <a:lnTo>
                    <a:pt x="7980" y="125015"/>
                  </a:lnTo>
                  <a:lnTo>
                    <a:pt x="349206" y="125015"/>
                  </a:lnTo>
                  <a:lnTo>
                    <a:pt x="357187" y="132996"/>
                  </a:lnTo>
                  <a:lnTo>
                    <a:pt x="357187" y="152753"/>
                  </a:lnTo>
                  <a:lnTo>
                    <a:pt x="349206" y="160734"/>
                  </a:lnTo>
                  <a:close/>
                </a:path>
                <a:path w="357504" h="285750">
                  <a:moveTo>
                    <a:pt x="107156" y="178593"/>
                  </a:moveTo>
                  <a:lnTo>
                    <a:pt x="71437" y="178593"/>
                  </a:lnTo>
                  <a:lnTo>
                    <a:pt x="71437" y="160734"/>
                  </a:lnTo>
                  <a:lnTo>
                    <a:pt x="107156" y="160734"/>
                  </a:lnTo>
                  <a:lnTo>
                    <a:pt x="107156" y="178593"/>
                  </a:lnTo>
                  <a:close/>
                </a:path>
                <a:path w="357504" h="285750">
                  <a:moveTo>
                    <a:pt x="285750" y="178593"/>
                  </a:moveTo>
                  <a:lnTo>
                    <a:pt x="250031" y="178593"/>
                  </a:lnTo>
                  <a:lnTo>
                    <a:pt x="250031" y="160734"/>
                  </a:lnTo>
                  <a:lnTo>
                    <a:pt x="285750" y="160734"/>
                  </a:lnTo>
                  <a:lnTo>
                    <a:pt x="285750" y="178593"/>
                  </a:lnTo>
                  <a:close/>
                </a:path>
                <a:path w="357504" h="285750">
                  <a:moveTo>
                    <a:pt x="133945" y="285750"/>
                  </a:moveTo>
                  <a:lnTo>
                    <a:pt x="44648" y="285750"/>
                  </a:lnTo>
                  <a:lnTo>
                    <a:pt x="34223" y="283644"/>
                  </a:lnTo>
                  <a:lnTo>
                    <a:pt x="25707" y="277901"/>
                  </a:lnTo>
                  <a:lnTo>
                    <a:pt x="19965" y="269386"/>
                  </a:lnTo>
                  <a:lnTo>
                    <a:pt x="17859" y="258960"/>
                  </a:lnTo>
                  <a:lnTo>
                    <a:pt x="17859" y="205382"/>
                  </a:lnTo>
                  <a:lnTo>
                    <a:pt x="19965" y="194957"/>
                  </a:lnTo>
                  <a:lnTo>
                    <a:pt x="25707" y="186442"/>
                  </a:lnTo>
                  <a:lnTo>
                    <a:pt x="34223" y="180699"/>
                  </a:lnTo>
                  <a:lnTo>
                    <a:pt x="44648" y="178593"/>
                  </a:lnTo>
                  <a:lnTo>
                    <a:pt x="133945" y="178593"/>
                  </a:lnTo>
                  <a:lnTo>
                    <a:pt x="144370" y="180699"/>
                  </a:lnTo>
                  <a:lnTo>
                    <a:pt x="152886" y="186442"/>
                  </a:lnTo>
                  <a:lnTo>
                    <a:pt x="158628" y="194957"/>
                  </a:lnTo>
                  <a:lnTo>
                    <a:pt x="160734" y="205382"/>
                  </a:lnTo>
                  <a:lnTo>
                    <a:pt x="160734" y="214312"/>
                  </a:lnTo>
                  <a:lnTo>
                    <a:pt x="53578" y="214312"/>
                  </a:lnTo>
                  <a:lnTo>
                    <a:pt x="53578" y="250031"/>
                  </a:lnTo>
                  <a:lnTo>
                    <a:pt x="160734" y="250031"/>
                  </a:lnTo>
                  <a:lnTo>
                    <a:pt x="160734" y="258960"/>
                  </a:lnTo>
                  <a:lnTo>
                    <a:pt x="158628" y="269386"/>
                  </a:lnTo>
                  <a:lnTo>
                    <a:pt x="152886" y="277901"/>
                  </a:lnTo>
                  <a:lnTo>
                    <a:pt x="144370" y="283644"/>
                  </a:lnTo>
                  <a:lnTo>
                    <a:pt x="133945" y="285750"/>
                  </a:lnTo>
                  <a:close/>
                </a:path>
                <a:path w="357504" h="285750">
                  <a:moveTo>
                    <a:pt x="312539" y="285750"/>
                  </a:moveTo>
                  <a:lnTo>
                    <a:pt x="223242" y="285750"/>
                  </a:lnTo>
                  <a:lnTo>
                    <a:pt x="212816" y="283644"/>
                  </a:lnTo>
                  <a:lnTo>
                    <a:pt x="204301" y="277901"/>
                  </a:lnTo>
                  <a:lnTo>
                    <a:pt x="198559" y="269386"/>
                  </a:lnTo>
                  <a:lnTo>
                    <a:pt x="196453" y="258960"/>
                  </a:lnTo>
                  <a:lnTo>
                    <a:pt x="196453" y="205382"/>
                  </a:lnTo>
                  <a:lnTo>
                    <a:pt x="198559" y="194957"/>
                  </a:lnTo>
                  <a:lnTo>
                    <a:pt x="204301" y="186442"/>
                  </a:lnTo>
                  <a:lnTo>
                    <a:pt x="212816" y="180699"/>
                  </a:lnTo>
                  <a:lnTo>
                    <a:pt x="223242" y="178593"/>
                  </a:lnTo>
                  <a:lnTo>
                    <a:pt x="312539" y="178593"/>
                  </a:lnTo>
                  <a:lnTo>
                    <a:pt x="322964" y="180699"/>
                  </a:lnTo>
                  <a:lnTo>
                    <a:pt x="331479" y="186442"/>
                  </a:lnTo>
                  <a:lnTo>
                    <a:pt x="337222" y="194957"/>
                  </a:lnTo>
                  <a:lnTo>
                    <a:pt x="339328" y="205382"/>
                  </a:lnTo>
                  <a:lnTo>
                    <a:pt x="339328" y="214312"/>
                  </a:lnTo>
                  <a:lnTo>
                    <a:pt x="232171" y="214312"/>
                  </a:lnTo>
                  <a:lnTo>
                    <a:pt x="232171" y="250031"/>
                  </a:lnTo>
                  <a:lnTo>
                    <a:pt x="339328" y="250031"/>
                  </a:lnTo>
                  <a:lnTo>
                    <a:pt x="339328" y="258960"/>
                  </a:lnTo>
                  <a:lnTo>
                    <a:pt x="337222" y="269386"/>
                  </a:lnTo>
                  <a:lnTo>
                    <a:pt x="331479" y="277901"/>
                  </a:lnTo>
                  <a:lnTo>
                    <a:pt x="322964" y="283644"/>
                  </a:lnTo>
                  <a:lnTo>
                    <a:pt x="312539" y="285750"/>
                  </a:lnTo>
                  <a:close/>
                </a:path>
                <a:path w="357504" h="285750">
                  <a:moveTo>
                    <a:pt x="160734" y="250031"/>
                  </a:moveTo>
                  <a:lnTo>
                    <a:pt x="125015" y="250031"/>
                  </a:lnTo>
                  <a:lnTo>
                    <a:pt x="125015" y="214312"/>
                  </a:lnTo>
                  <a:lnTo>
                    <a:pt x="160734" y="214312"/>
                  </a:lnTo>
                  <a:lnTo>
                    <a:pt x="160734" y="250031"/>
                  </a:lnTo>
                  <a:close/>
                </a:path>
                <a:path w="357504" h="285750">
                  <a:moveTo>
                    <a:pt x="339328" y="250031"/>
                  </a:moveTo>
                  <a:lnTo>
                    <a:pt x="303609" y="250031"/>
                  </a:lnTo>
                  <a:lnTo>
                    <a:pt x="303609" y="214312"/>
                  </a:lnTo>
                  <a:lnTo>
                    <a:pt x="339328" y="214312"/>
                  </a:lnTo>
                  <a:lnTo>
                    <a:pt x="339328" y="250031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</p:grpSp>
      <p:sp>
        <p:nvSpPr>
          <p:cNvPr id="39" name="object 33">
            <a:extLst>
              <a:ext uri="{FF2B5EF4-FFF2-40B4-BE49-F238E27FC236}">
                <a16:creationId xmlns:a16="http://schemas.microsoft.com/office/drawing/2014/main" id="{3DF17A26-8EE5-5099-479B-EE8A3EC400E6}"/>
              </a:ext>
            </a:extLst>
          </p:cNvPr>
          <p:cNvSpPr txBox="1"/>
          <p:nvPr/>
        </p:nvSpPr>
        <p:spPr>
          <a:xfrm>
            <a:off x="4791448" y="5016917"/>
            <a:ext cx="862007" cy="19364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lang="ko-KR" altLang="en-US" sz="1200" b="1" dirty="0">
                <a:latin typeface="SUIT" pitchFamily="2" charset="-127"/>
                <a:ea typeface="SUIT" pitchFamily="2" charset="-127"/>
                <a:cs typeface="Dotum"/>
              </a:rPr>
              <a:t>가상 머신</a:t>
            </a:r>
            <a:endParaRPr sz="1200" b="1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40" name="object 34">
            <a:extLst>
              <a:ext uri="{FF2B5EF4-FFF2-40B4-BE49-F238E27FC236}">
                <a16:creationId xmlns:a16="http://schemas.microsoft.com/office/drawing/2014/main" id="{FFB72D03-A46C-B314-D88A-592AEA08D9E5}"/>
              </a:ext>
            </a:extLst>
          </p:cNvPr>
          <p:cNvGrpSpPr/>
          <p:nvPr/>
        </p:nvGrpSpPr>
        <p:grpSpPr>
          <a:xfrm>
            <a:off x="6248399" y="2175585"/>
            <a:ext cx="5435600" cy="787400"/>
            <a:chOff x="9372598" y="3676649"/>
            <a:chExt cx="8153400" cy="1181100"/>
          </a:xfrm>
        </p:grpSpPr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0F45848E-315E-6517-8351-A0451A6C15DA}"/>
                </a:ext>
              </a:extLst>
            </p:cNvPr>
            <p:cNvSpPr/>
            <p:nvPr/>
          </p:nvSpPr>
          <p:spPr>
            <a:xfrm>
              <a:off x="9391648" y="3676649"/>
              <a:ext cx="8134350" cy="1181100"/>
            </a:xfrm>
            <a:custGeom>
              <a:avLst/>
              <a:gdLst/>
              <a:ahLst/>
              <a:cxnLst/>
              <a:rect l="l" t="t" r="r" b="b"/>
              <a:pathLst>
                <a:path w="8134350" h="1181100">
                  <a:moveTo>
                    <a:pt x="8063153" y="1181099"/>
                  </a:moveTo>
                  <a:lnTo>
                    <a:pt x="53397" y="1181099"/>
                  </a:lnTo>
                  <a:lnTo>
                    <a:pt x="49681" y="1180611"/>
                  </a:lnTo>
                  <a:lnTo>
                    <a:pt x="14084" y="1155243"/>
                  </a:lnTo>
                  <a:lnTo>
                    <a:pt x="365" y="1114858"/>
                  </a:lnTo>
                  <a:lnTo>
                    <a:pt x="0" y="1109903"/>
                  </a:lnTo>
                  <a:lnTo>
                    <a:pt x="0" y="11048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8063153" y="0"/>
                  </a:lnTo>
                  <a:lnTo>
                    <a:pt x="8104643" y="15621"/>
                  </a:lnTo>
                  <a:lnTo>
                    <a:pt x="8130461" y="51661"/>
                  </a:lnTo>
                  <a:lnTo>
                    <a:pt x="8134348" y="71196"/>
                  </a:lnTo>
                  <a:lnTo>
                    <a:pt x="8134348" y="1109903"/>
                  </a:lnTo>
                  <a:lnTo>
                    <a:pt x="8118726" y="1151394"/>
                  </a:lnTo>
                  <a:lnTo>
                    <a:pt x="8082685" y="1177213"/>
                  </a:lnTo>
                  <a:lnTo>
                    <a:pt x="8068108" y="1180611"/>
                  </a:lnTo>
                  <a:lnTo>
                    <a:pt x="8063153" y="1181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F6FBDC40-82C7-078B-C5C8-120410A1C434}"/>
                </a:ext>
              </a:extLst>
            </p:cNvPr>
            <p:cNvSpPr/>
            <p:nvPr/>
          </p:nvSpPr>
          <p:spPr>
            <a:xfrm>
              <a:off x="9372598" y="3676927"/>
              <a:ext cx="70485" cy="1181100"/>
            </a:xfrm>
            <a:custGeom>
              <a:avLst/>
              <a:gdLst/>
              <a:ahLst/>
              <a:cxnLst/>
              <a:rect l="l" t="t" r="r" b="b"/>
              <a:pathLst>
                <a:path w="70484" h="1181100">
                  <a:moveTo>
                    <a:pt x="70450" y="1180544"/>
                  </a:moveTo>
                  <a:lnTo>
                    <a:pt x="33857" y="1167991"/>
                  </a:lnTo>
                  <a:lnTo>
                    <a:pt x="5800" y="1133782"/>
                  </a:lnTo>
                  <a:lnTo>
                    <a:pt x="0" y="1104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04622"/>
                  </a:lnTo>
                  <a:lnTo>
                    <a:pt x="44515" y="1146964"/>
                  </a:lnTo>
                  <a:lnTo>
                    <a:pt x="66287" y="1178888"/>
                  </a:lnTo>
                  <a:lnTo>
                    <a:pt x="70450" y="118054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43" name="object 37">
              <a:extLst>
                <a:ext uri="{FF2B5EF4-FFF2-40B4-BE49-F238E27FC236}">
                  <a16:creationId xmlns:a16="http://schemas.microsoft.com/office/drawing/2014/main" id="{7E7BD275-20B4-830B-0F43-8E3A4442D6C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12100" y="3913770"/>
              <a:ext cx="144884" cy="192509"/>
            </a:xfrm>
            <a:prstGeom prst="rect">
              <a:avLst/>
            </a:prstGeom>
          </p:spPr>
        </p:pic>
      </p:grpSp>
      <p:grpSp>
        <p:nvGrpSpPr>
          <p:cNvPr id="44" name="object 38">
            <a:extLst>
              <a:ext uri="{FF2B5EF4-FFF2-40B4-BE49-F238E27FC236}">
                <a16:creationId xmlns:a16="http://schemas.microsoft.com/office/drawing/2014/main" id="{2AEEB6FC-C3F2-911A-2A57-C87B10B88181}"/>
              </a:ext>
            </a:extLst>
          </p:cNvPr>
          <p:cNvGrpSpPr/>
          <p:nvPr/>
        </p:nvGrpSpPr>
        <p:grpSpPr>
          <a:xfrm>
            <a:off x="6248399" y="3115385"/>
            <a:ext cx="5435600" cy="787400"/>
            <a:chOff x="9372598" y="5086349"/>
            <a:chExt cx="8153400" cy="1181100"/>
          </a:xfrm>
        </p:grpSpPr>
        <p:sp>
          <p:nvSpPr>
            <p:cNvPr id="45" name="object 39">
              <a:extLst>
                <a:ext uri="{FF2B5EF4-FFF2-40B4-BE49-F238E27FC236}">
                  <a16:creationId xmlns:a16="http://schemas.microsoft.com/office/drawing/2014/main" id="{D31CF377-A993-5389-87BE-E4CF093189AA}"/>
                </a:ext>
              </a:extLst>
            </p:cNvPr>
            <p:cNvSpPr/>
            <p:nvPr/>
          </p:nvSpPr>
          <p:spPr>
            <a:xfrm>
              <a:off x="9391648" y="5086349"/>
              <a:ext cx="8134350" cy="1181100"/>
            </a:xfrm>
            <a:custGeom>
              <a:avLst/>
              <a:gdLst/>
              <a:ahLst/>
              <a:cxnLst/>
              <a:rect l="l" t="t" r="r" b="b"/>
              <a:pathLst>
                <a:path w="8134350" h="1181100">
                  <a:moveTo>
                    <a:pt x="8063153" y="1181099"/>
                  </a:moveTo>
                  <a:lnTo>
                    <a:pt x="53397" y="1181099"/>
                  </a:lnTo>
                  <a:lnTo>
                    <a:pt x="49681" y="1180611"/>
                  </a:lnTo>
                  <a:lnTo>
                    <a:pt x="14084" y="1155243"/>
                  </a:lnTo>
                  <a:lnTo>
                    <a:pt x="365" y="1114858"/>
                  </a:lnTo>
                  <a:lnTo>
                    <a:pt x="0" y="1109902"/>
                  </a:lnTo>
                  <a:lnTo>
                    <a:pt x="0" y="11048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8063153" y="0"/>
                  </a:lnTo>
                  <a:lnTo>
                    <a:pt x="8104643" y="15620"/>
                  </a:lnTo>
                  <a:lnTo>
                    <a:pt x="8130461" y="51661"/>
                  </a:lnTo>
                  <a:lnTo>
                    <a:pt x="8134348" y="71196"/>
                  </a:lnTo>
                  <a:lnTo>
                    <a:pt x="8134348" y="1109902"/>
                  </a:lnTo>
                  <a:lnTo>
                    <a:pt x="8118726" y="1151394"/>
                  </a:lnTo>
                  <a:lnTo>
                    <a:pt x="8082685" y="1177212"/>
                  </a:lnTo>
                  <a:lnTo>
                    <a:pt x="8068108" y="1180611"/>
                  </a:lnTo>
                  <a:lnTo>
                    <a:pt x="8063153" y="1181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46" name="object 40">
              <a:extLst>
                <a:ext uri="{FF2B5EF4-FFF2-40B4-BE49-F238E27FC236}">
                  <a16:creationId xmlns:a16="http://schemas.microsoft.com/office/drawing/2014/main" id="{F95B9946-BEA2-C8C3-F65E-3CFB3A9FF341}"/>
                </a:ext>
              </a:extLst>
            </p:cNvPr>
            <p:cNvSpPr/>
            <p:nvPr/>
          </p:nvSpPr>
          <p:spPr>
            <a:xfrm>
              <a:off x="9372598" y="5086627"/>
              <a:ext cx="70485" cy="1181100"/>
            </a:xfrm>
            <a:custGeom>
              <a:avLst/>
              <a:gdLst/>
              <a:ahLst/>
              <a:cxnLst/>
              <a:rect l="l" t="t" r="r" b="b"/>
              <a:pathLst>
                <a:path w="70484" h="1181100">
                  <a:moveTo>
                    <a:pt x="70450" y="1180544"/>
                  </a:moveTo>
                  <a:lnTo>
                    <a:pt x="33857" y="1167991"/>
                  </a:lnTo>
                  <a:lnTo>
                    <a:pt x="5800" y="1133782"/>
                  </a:lnTo>
                  <a:lnTo>
                    <a:pt x="0" y="1104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04622"/>
                  </a:lnTo>
                  <a:lnTo>
                    <a:pt x="44515" y="1146964"/>
                  </a:lnTo>
                  <a:lnTo>
                    <a:pt x="66287" y="1178888"/>
                  </a:lnTo>
                  <a:lnTo>
                    <a:pt x="70450" y="118054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47" name="object 41">
              <a:extLst>
                <a:ext uri="{FF2B5EF4-FFF2-40B4-BE49-F238E27FC236}">
                  <a16:creationId xmlns:a16="http://schemas.microsoft.com/office/drawing/2014/main" id="{50EDE149-46B6-5C69-26D1-CB8189005E2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01199" y="5336381"/>
              <a:ext cx="214312" cy="166687"/>
            </a:xfrm>
            <a:prstGeom prst="rect">
              <a:avLst/>
            </a:prstGeom>
          </p:spPr>
        </p:pic>
      </p:grpSp>
      <p:grpSp>
        <p:nvGrpSpPr>
          <p:cNvPr id="48" name="object 42">
            <a:extLst>
              <a:ext uri="{FF2B5EF4-FFF2-40B4-BE49-F238E27FC236}">
                <a16:creationId xmlns:a16="http://schemas.microsoft.com/office/drawing/2014/main" id="{9BE0B5AA-3592-6CA9-1D6D-C9E777AF37DE}"/>
              </a:ext>
            </a:extLst>
          </p:cNvPr>
          <p:cNvGrpSpPr/>
          <p:nvPr/>
        </p:nvGrpSpPr>
        <p:grpSpPr>
          <a:xfrm>
            <a:off x="6248399" y="4055185"/>
            <a:ext cx="5435600" cy="787400"/>
            <a:chOff x="9372598" y="6496049"/>
            <a:chExt cx="8153400" cy="1181100"/>
          </a:xfrm>
        </p:grpSpPr>
        <p:sp>
          <p:nvSpPr>
            <p:cNvPr id="49" name="object 43">
              <a:extLst>
                <a:ext uri="{FF2B5EF4-FFF2-40B4-BE49-F238E27FC236}">
                  <a16:creationId xmlns:a16="http://schemas.microsoft.com/office/drawing/2014/main" id="{EA90DE19-F9BA-184B-99B9-EE2F7F3F81E4}"/>
                </a:ext>
              </a:extLst>
            </p:cNvPr>
            <p:cNvSpPr/>
            <p:nvPr/>
          </p:nvSpPr>
          <p:spPr>
            <a:xfrm>
              <a:off x="9391648" y="6496049"/>
              <a:ext cx="8134350" cy="1181100"/>
            </a:xfrm>
            <a:custGeom>
              <a:avLst/>
              <a:gdLst/>
              <a:ahLst/>
              <a:cxnLst/>
              <a:rect l="l" t="t" r="r" b="b"/>
              <a:pathLst>
                <a:path w="8134350" h="1181100">
                  <a:moveTo>
                    <a:pt x="8063153" y="1181099"/>
                  </a:moveTo>
                  <a:lnTo>
                    <a:pt x="53397" y="1181099"/>
                  </a:lnTo>
                  <a:lnTo>
                    <a:pt x="49681" y="1180610"/>
                  </a:lnTo>
                  <a:lnTo>
                    <a:pt x="14084" y="1155242"/>
                  </a:lnTo>
                  <a:lnTo>
                    <a:pt x="365" y="1114858"/>
                  </a:lnTo>
                  <a:lnTo>
                    <a:pt x="0" y="1109903"/>
                  </a:lnTo>
                  <a:lnTo>
                    <a:pt x="0" y="11048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063153" y="0"/>
                  </a:lnTo>
                  <a:lnTo>
                    <a:pt x="8104643" y="15621"/>
                  </a:lnTo>
                  <a:lnTo>
                    <a:pt x="8130461" y="51660"/>
                  </a:lnTo>
                  <a:lnTo>
                    <a:pt x="8134348" y="71196"/>
                  </a:lnTo>
                  <a:lnTo>
                    <a:pt x="8134348" y="1109903"/>
                  </a:lnTo>
                  <a:lnTo>
                    <a:pt x="8118726" y="1151392"/>
                  </a:lnTo>
                  <a:lnTo>
                    <a:pt x="8082685" y="1177212"/>
                  </a:lnTo>
                  <a:lnTo>
                    <a:pt x="8068108" y="1180610"/>
                  </a:lnTo>
                  <a:lnTo>
                    <a:pt x="8063153" y="1181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50" name="object 44">
              <a:extLst>
                <a:ext uri="{FF2B5EF4-FFF2-40B4-BE49-F238E27FC236}">
                  <a16:creationId xmlns:a16="http://schemas.microsoft.com/office/drawing/2014/main" id="{6363A716-C97F-3A9D-9141-DA8434F5BAEE}"/>
                </a:ext>
              </a:extLst>
            </p:cNvPr>
            <p:cNvSpPr/>
            <p:nvPr/>
          </p:nvSpPr>
          <p:spPr>
            <a:xfrm>
              <a:off x="9372598" y="6496327"/>
              <a:ext cx="70485" cy="1181100"/>
            </a:xfrm>
            <a:custGeom>
              <a:avLst/>
              <a:gdLst/>
              <a:ahLst/>
              <a:cxnLst/>
              <a:rect l="l" t="t" r="r" b="b"/>
              <a:pathLst>
                <a:path w="70484" h="1181100">
                  <a:moveTo>
                    <a:pt x="70450" y="1180544"/>
                  </a:moveTo>
                  <a:lnTo>
                    <a:pt x="33857" y="1167991"/>
                  </a:lnTo>
                  <a:lnTo>
                    <a:pt x="5800" y="1133782"/>
                  </a:lnTo>
                  <a:lnTo>
                    <a:pt x="0" y="1104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1104622"/>
                  </a:lnTo>
                  <a:lnTo>
                    <a:pt x="44515" y="1146963"/>
                  </a:lnTo>
                  <a:lnTo>
                    <a:pt x="66287" y="1178888"/>
                  </a:lnTo>
                  <a:lnTo>
                    <a:pt x="70450" y="118054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1" name="object 45">
              <a:extLst>
                <a:ext uri="{FF2B5EF4-FFF2-40B4-BE49-F238E27FC236}">
                  <a16:creationId xmlns:a16="http://schemas.microsoft.com/office/drawing/2014/main" id="{669003B7-3D91-BE5E-432B-182080D2EC1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01199" y="6734174"/>
              <a:ext cx="142874" cy="190499"/>
            </a:xfrm>
            <a:prstGeom prst="rect">
              <a:avLst/>
            </a:prstGeom>
          </p:spPr>
        </p:pic>
      </p:grpSp>
      <p:grpSp>
        <p:nvGrpSpPr>
          <p:cNvPr id="52" name="object 46">
            <a:extLst>
              <a:ext uri="{FF2B5EF4-FFF2-40B4-BE49-F238E27FC236}">
                <a16:creationId xmlns:a16="http://schemas.microsoft.com/office/drawing/2014/main" id="{921B87A4-A6C6-2DB2-A193-145CFA9CA637}"/>
              </a:ext>
            </a:extLst>
          </p:cNvPr>
          <p:cNvGrpSpPr/>
          <p:nvPr/>
        </p:nvGrpSpPr>
        <p:grpSpPr>
          <a:xfrm>
            <a:off x="6248399" y="4994985"/>
            <a:ext cx="5435600" cy="787400"/>
            <a:chOff x="9372598" y="7905749"/>
            <a:chExt cx="8153400" cy="1181100"/>
          </a:xfrm>
        </p:grpSpPr>
        <p:sp>
          <p:nvSpPr>
            <p:cNvPr id="53" name="object 47">
              <a:extLst>
                <a:ext uri="{FF2B5EF4-FFF2-40B4-BE49-F238E27FC236}">
                  <a16:creationId xmlns:a16="http://schemas.microsoft.com/office/drawing/2014/main" id="{78C090D1-813F-8345-F64C-9D782F266433}"/>
                </a:ext>
              </a:extLst>
            </p:cNvPr>
            <p:cNvSpPr/>
            <p:nvPr/>
          </p:nvSpPr>
          <p:spPr>
            <a:xfrm>
              <a:off x="9391648" y="7905749"/>
              <a:ext cx="8134350" cy="1181100"/>
            </a:xfrm>
            <a:custGeom>
              <a:avLst/>
              <a:gdLst/>
              <a:ahLst/>
              <a:cxnLst/>
              <a:rect l="l" t="t" r="r" b="b"/>
              <a:pathLst>
                <a:path w="8134350" h="1181100">
                  <a:moveTo>
                    <a:pt x="8063153" y="1181099"/>
                  </a:moveTo>
                  <a:lnTo>
                    <a:pt x="53397" y="1181099"/>
                  </a:lnTo>
                  <a:lnTo>
                    <a:pt x="49681" y="1180611"/>
                  </a:lnTo>
                  <a:lnTo>
                    <a:pt x="14084" y="1155242"/>
                  </a:lnTo>
                  <a:lnTo>
                    <a:pt x="365" y="1114858"/>
                  </a:lnTo>
                  <a:lnTo>
                    <a:pt x="0" y="1109903"/>
                  </a:lnTo>
                  <a:lnTo>
                    <a:pt x="0" y="110489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063153" y="0"/>
                  </a:lnTo>
                  <a:lnTo>
                    <a:pt x="8104643" y="15621"/>
                  </a:lnTo>
                  <a:lnTo>
                    <a:pt x="8130461" y="51661"/>
                  </a:lnTo>
                  <a:lnTo>
                    <a:pt x="8134348" y="71196"/>
                  </a:lnTo>
                  <a:lnTo>
                    <a:pt x="8134348" y="1109903"/>
                  </a:lnTo>
                  <a:lnTo>
                    <a:pt x="8118726" y="1151392"/>
                  </a:lnTo>
                  <a:lnTo>
                    <a:pt x="8082685" y="1177213"/>
                  </a:lnTo>
                  <a:lnTo>
                    <a:pt x="8068108" y="1180611"/>
                  </a:lnTo>
                  <a:lnTo>
                    <a:pt x="8063153" y="1181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54" name="object 48">
              <a:extLst>
                <a:ext uri="{FF2B5EF4-FFF2-40B4-BE49-F238E27FC236}">
                  <a16:creationId xmlns:a16="http://schemas.microsoft.com/office/drawing/2014/main" id="{D6856562-46CB-D729-05C3-C218509580A4}"/>
                </a:ext>
              </a:extLst>
            </p:cNvPr>
            <p:cNvSpPr/>
            <p:nvPr/>
          </p:nvSpPr>
          <p:spPr>
            <a:xfrm>
              <a:off x="9372598" y="7906026"/>
              <a:ext cx="70485" cy="1181100"/>
            </a:xfrm>
            <a:custGeom>
              <a:avLst/>
              <a:gdLst/>
              <a:ahLst/>
              <a:cxnLst/>
              <a:rect l="l" t="t" r="r" b="b"/>
              <a:pathLst>
                <a:path w="70484" h="1181100">
                  <a:moveTo>
                    <a:pt x="70450" y="1180544"/>
                  </a:moveTo>
                  <a:lnTo>
                    <a:pt x="33857" y="1167990"/>
                  </a:lnTo>
                  <a:lnTo>
                    <a:pt x="5800" y="1133782"/>
                  </a:lnTo>
                  <a:lnTo>
                    <a:pt x="0" y="1104622"/>
                  </a:lnTo>
                  <a:lnTo>
                    <a:pt x="0" y="75922"/>
                  </a:lnTo>
                  <a:lnTo>
                    <a:pt x="12830" y="33578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8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1104622"/>
                  </a:lnTo>
                  <a:lnTo>
                    <a:pt x="44515" y="1146963"/>
                  </a:lnTo>
                  <a:lnTo>
                    <a:pt x="66287" y="1178887"/>
                  </a:lnTo>
                  <a:lnTo>
                    <a:pt x="70450" y="118054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4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5" name="object 49">
              <a:extLst>
                <a:ext uri="{FF2B5EF4-FFF2-40B4-BE49-F238E27FC236}">
                  <a16:creationId xmlns:a16="http://schemas.microsoft.com/office/drawing/2014/main" id="{689FBC7A-9077-FAFE-D7F5-DB521FFFCEC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01199" y="8143874"/>
              <a:ext cx="190499" cy="190499"/>
            </a:xfrm>
            <a:prstGeom prst="rect">
              <a:avLst/>
            </a:prstGeom>
          </p:spPr>
        </p:pic>
      </p:grpSp>
      <p:sp>
        <p:nvSpPr>
          <p:cNvPr id="57" name="object 51">
            <a:extLst>
              <a:ext uri="{FF2B5EF4-FFF2-40B4-BE49-F238E27FC236}">
                <a16:creationId xmlns:a16="http://schemas.microsoft.com/office/drawing/2014/main" id="{77F5226F-BB3F-0F95-52FA-BCC0919C4FA0}"/>
              </a:ext>
            </a:extLst>
          </p:cNvPr>
          <p:cNvSpPr txBox="1"/>
          <p:nvPr/>
        </p:nvSpPr>
        <p:spPr>
          <a:xfrm>
            <a:off x="6312876" y="2286333"/>
            <a:ext cx="5257800" cy="63863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8158"/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온</a:t>
            </a:r>
            <a:r>
              <a:rPr lang="en-US" altLang="ko-KR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-</a:t>
            </a:r>
            <a:r>
              <a:rPr lang="ko-KR" altLang="en-US" sz="1100" b="1" dirty="0" err="1">
                <a:latin typeface="SUIT SemiBold" pitchFamily="2" charset="-127"/>
                <a:ea typeface="SUIT SemiBold" pitchFamily="2" charset="-127"/>
                <a:cs typeface="Noto Sans JP"/>
              </a:rPr>
              <a:t>프레미스</a:t>
            </a:r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 환경 실시간 자동 탐지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경량 </a:t>
            </a:r>
            <a:r>
              <a:rPr lang="ko-KR" altLang="en-US" sz="1000" dirty="0" err="1">
                <a:latin typeface="SUIT SemiBold" pitchFamily="2" charset="-127"/>
                <a:ea typeface="SUIT SemiBold" pitchFamily="2" charset="-127"/>
                <a:cs typeface="Noto Sans JP"/>
              </a:rPr>
              <a:t>어플라이언스를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 통한 비침투적 검색으로 운영 중인 시스템에 영향 없이 자산을 자동으로 탐색 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물리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/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가상 서버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데이터베이스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 err="1">
                <a:latin typeface="SUIT SemiBold" pitchFamily="2" charset="-127"/>
                <a:ea typeface="SUIT SemiBold" pitchFamily="2" charset="-127"/>
                <a:cs typeface="Noto Sans JP"/>
              </a:rPr>
              <a:t>웹앱을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 포함한 모든 환경 자동 검색이 가능합니다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  <a:endParaRPr lang="ko-KR" altLang="en-US" sz="1000" dirty="0">
              <a:latin typeface="SUIT SemiBold" pitchFamily="2" charset="-127"/>
              <a:ea typeface="SUIT SemiBold" pitchFamily="2" charset="-127"/>
              <a:cs typeface="Noto Sans JP"/>
            </a:endParaRPr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AC13CFDA-A898-1FF1-530C-3082DA608D39}"/>
              </a:ext>
            </a:extLst>
          </p:cNvPr>
          <p:cNvSpPr txBox="1"/>
          <p:nvPr/>
        </p:nvSpPr>
        <p:spPr>
          <a:xfrm>
            <a:off x="505285" y="2257213"/>
            <a:ext cx="1228626" cy="19535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60451"/>
            <a:r>
              <a:rPr lang="ko-KR" altLang="en-US" sz="1200" b="1" spc="-217" dirty="0">
                <a:latin typeface="SUIT ExtraBold" pitchFamily="2" charset="-127"/>
                <a:ea typeface="SUIT ExtraBold" pitchFamily="2" charset="-127"/>
                <a:cs typeface="Malgun Gothic"/>
              </a:rPr>
              <a:t>주요</a:t>
            </a:r>
            <a:r>
              <a:rPr lang="ko-KR" altLang="en-US" sz="1200" b="1" spc="-120" dirty="0">
                <a:latin typeface="SUIT ExtraBold" pitchFamily="2" charset="-127"/>
                <a:ea typeface="SUIT ExtraBold" pitchFamily="2" charset="-127"/>
                <a:cs typeface="Malgun Gothic"/>
              </a:rPr>
              <a:t> </a:t>
            </a:r>
            <a:r>
              <a:rPr lang="ko-KR" altLang="en-US" sz="1200" b="1" spc="-240" dirty="0">
                <a:latin typeface="SUIT ExtraBold" pitchFamily="2" charset="-127"/>
                <a:ea typeface="SUIT ExtraBold" pitchFamily="2" charset="-127"/>
                <a:cs typeface="Malgun Gothic"/>
              </a:rPr>
              <a:t>특징</a:t>
            </a:r>
            <a:endParaRPr lang="ko-KR" altLang="en-US"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BEF341-2862-9D48-DEF5-062F38F07274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06.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Azure Migrate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평가 개요</a:t>
            </a:r>
          </a:p>
        </p:txBody>
      </p:sp>
      <p:sp>
        <p:nvSpPr>
          <p:cNvPr id="69" name="object 51">
            <a:extLst>
              <a:ext uri="{FF2B5EF4-FFF2-40B4-BE49-F238E27FC236}">
                <a16:creationId xmlns:a16="http://schemas.microsoft.com/office/drawing/2014/main" id="{4F60B0CE-DD3F-6F04-1517-40E588895DD3}"/>
              </a:ext>
            </a:extLst>
          </p:cNvPr>
          <p:cNvSpPr txBox="1"/>
          <p:nvPr/>
        </p:nvSpPr>
        <p:spPr>
          <a:xfrm>
            <a:off x="6289433" y="3256418"/>
            <a:ext cx="5257800" cy="63863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8158"/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리소스 종속성 및 성능 데이터 분석 </a:t>
            </a:r>
            <a:r>
              <a:rPr lang="en-US" altLang="ko-KR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(Optional, </a:t>
            </a:r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에이전트 설치 필요</a:t>
            </a:r>
            <a:r>
              <a:rPr lang="en-US" altLang="ko-KR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)</a:t>
            </a:r>
            <a:endParaRPr lang="ko-KR" altLang="en-US" sz="1100" b="1" dirty="0">
              <a:latin typeface="SUIT SemiBold" pitchFamily="2" charset="-127"/>
              <a:ea typeface="SUIT SemiBold" pitchFamily="2" charset="-127"/>
              <a:cs typeface="Noto Sans JP"/>
            </a:endParaRP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서버 간  통신 패턴을 자동으로 매핑하여 종속성을 파악합니다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CPU,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메모리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디스크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네트워크 사용률 등의 성능 데이터를 지속적 수집합니다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  <a:endParaRPr lang="ko-KR" altLang="en-US" sz="1000" dirty="0">
              <a:latin typeface="SUIT SemiBold" pitchFamily="2" charset="-127"/>
              <a:ea typeface="SUIT SemiBold" pitchFamily="2" charset="-127"/>
              <a:cs typeface="Noto Sans JP"/>
            </a:endParaRP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이를 통해 적절한 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Azure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서비스 크기와 비용을 산정합니다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  <a:endParaRPr lang="ko-KR" altLang="en-US" sz="1000" dirty="0">
              <a:latin typeface="SUIT SemiBold" pitchFamily="2" charset="-127"/>
              <a:ea typeface="SUIT SemiBold" pitchFamily="2" charset="-127"/>
              <a:cs typeface="Noto Sans JP"/>
            </a:endParaRPr>
          </a:p>
        </p:txBody>
      </p:sp>
      <p:sp>
        <p:nvSpPr>
          <p:cNvPr id="70" name="object 51">
            <a:extLst>
              <a:ext uri="{FF2B5EF4-FFF2-40B4-BE49-F238E27FC236}">
                <a16:creationId xmlns:a16="http://schemas.microsoft.com/office/drawing/2014/main" id="{1EB2FF37-CEBF-6458-ED08-DE7037466A0C}"/>
              </a:ext>
            </a:extLst>
          </p:cNvPr>
          <p:cNvSpPr txBox="1"/>
          <p:nvPr/>
        </p:nvSpPr>
        <p:spPr>
          <a:xfrm>
            <a:off x="6283572" y="4200125"/>
            <a:ext cx="5257800" cy="63863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8158"/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마이그레이션  호환성  평가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운영체제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데이터베이스  버전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애플리케이션 구성 등 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Azure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호환성을 자동으로 분석하여 마이그레이션 준비도를 평가합니다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CentOS 7, MySQL 5.7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과 같은 레거시 시스템의 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Azure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지원 여부를 사전에 확인합니다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  <a:endParaRPr lang="ko-KR" altLang="en-US" sz="1000" dirty="0">
              <a:latin typeface="SUIT SemiBold" pitchFamily="2" charset="-127"/>
              <a:ea typeface="SUIT SemiBold" pitchFamily="2" charset="-127"/>
              <a:cs typeface="Noto Sans JP"/>
            </a:endParaRPr>
          </a:p>
        </p:txBody>
      </p:sp>
      <p:sp>
        <p:nvSpPr>
          <p:cNvPr id="71" name="object 51">
            <a:extLst>
              <a:ext uri="{FF2B5EF4-FFF2-40B4-BE49-F238E27FC236}">
                <a16:creationId xmlns:a16="http://schemas.microsoft.com/office/drawing/2014/main" id="{804CC2BD-D0B4-4828-B86A-AE4EB47515C3}"/>
              </a:ext>
            </a:extLst>
          </p:cNvPr>
          <p:cNvSpPr txBox="1"/>
          <p:nvPr/>
        </p:nvSpPr>
        <p:spPr>
          <a:xfrm>
            <a:off x="6277714" y="5135040"/>
            <a:ext cx="5257800" cy="63863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8158"/>
            <a:r>
              <a:rPr lang="ko-KR" altLang="en-US" sz="1100" b="1" dirty="0">
                <a:latin typeface="SUIT SemiBold" pitchFamily="2" charset="-127"/>
                <a:ea typeface="SUIT SemiBold" pitchFamily="2" charset="-127"/>
                <a:cs typeface="Noto Sans JP"/>
              </a:rPr>
              <a:t>마이그레이션 전 자동화 된 사전 진단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마이그레이션 리스크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적합한 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Azure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서비스 옵션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,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예상 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TCO </a:t>
            </a: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등을 종합적으로 분석하여 데이터 기반의 의사결정을 지원합니다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 </a:t>
            </a:r>
          </a:p>
          <a:p>
            <a:pPr marL="529608" indent="-171450">
              <a:buFont typeface="Wingdings" panose="05000000000000000000" pitchFamily="2" charset="2"/>
              <a:buChar char="ü"/>
            </a:pPr>
            <a:r>
              <a:rPr lang="ko-KR" altLang="en-US" sz="1000" dirty="0">
                <a:latin typeface="SUIT SemiBold" pitchFamily="2" charset="-127"/>
                <a:ea typeface="SUIT SemiBold" pitchFamily="2" charset="-127"/>
                <a:cs typeface="Noto Sans JP"/>
              </a:rPr>
              <a:t>마이그레이션 전략과 로드맵 수립을 위한 객관적 데이터를 제공합니다</a:t>
            </a:r>
            <a:r>
              <a:rPr lang="en-US" altLang="ko-KR" sz="1000" dirty="0">
                <a:latin typeface="SUIT SemiBold" pitchFamily="2" charset="-127"/>
                <a:ea typeface="SUIT SemiBold" pitchFamily="2" charset="-127"/>
                <a:cs typeface="Noto Sans JP"/>
              </a:rPr>
              <a:t>.</a:t>
            </a:r>
            <a:endParaRPr lang="ko-KR" altLang="en-US" sz="1000" dirty="0">
              <a:latin typeface="SUIT SemiBold" pitchFamily="2" charset="-127"/>
              <a:ea typeface="SUIT SemiBold" pitchFamily="2" charset="-127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8992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0B75-0DDB-BFEC-1DEB-E40E13D2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B9922B-CFAB-B072-88FB-E6929CDF10F9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EB59D0-D023-98E7-CA53-9D06B4FA24F4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4CCD5763-99E5-2D97-C720-5CBDEAFD9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C0B0DD-58E7-C0CB-D2C2-405B246C6A98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pSp>
        <p:nvGrpSpPr>
          <p:cNvPr id="3" name="object 5">
            <a:extLst>
              <a:ext uri="{FF2B5EF4-FFF2-40B4-BE49-F238E27FC236}">
                <a16:creationId xmlns:a16="http://schemas.microsoft.com/office/drawing/2014/main" id="{0B96239C-EFFA-5376-F4F6-7B7662689580}"/>
              </a:ext>
            </a:extLst>
          </p:cNvPr>
          <p:cNvGrpSpPr/>
          <p:nvPr/>
        </p:nvGrpSpPr>
        <p:grpSpPr>
          <a:xfrm>
            <a:off x="469726" y="986955"/>
            <a:ext cx="5049943" cy="1057063"/>
            <a:chOff x="704588" y="1479637"/>
            <a:chExt cx="7574915" cy="158559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B92FD8F-1DDD-57C8-7E0F-7AE5B7E812D9}"/>
                </a:ext>
              </a:extLst>
            </p:cNvPr>
            <p:cNvSpPr/>
            <p:nvPr/>
          </p:nvSpPr>
          <p:spPr>
            <a:xfrm>
              <a:off x="704588" y="1479637"/>
              <a:ext cx="7574915" cy="1585595"/>
            </a:xfrm>
            <a:custGeom>
              <a:avLst/>
              <a:gdLst/>
              <a:ahLst/>
              <a:cxnLst/>
              <a:rect l="l" t="t" r="r" b="b"/>
              <a:pathLst>
                <a:path w="7574915" h="1585595">
                  <a:moveTo>
                    <a:pt x="7574331" y="1585325"/>
                  </a:moveTo>
                  <a:lnTo>
                    <a:pt x="0" y="1585325"/>
                  </a:lnTo>
                  <a:lnTo>
                    <a:pt x="0" y="88073"/>
                  </a:lnTo>
                  <a:lnTo>
                    <a:pt x="10411" y="46513"/>
                  </a:lnTo>
                  <a:lnTo>
                    <a:pt x="39133" y="14829"/>
                  </a:lnTo>
                  <a:lnTo>
                    <a:pt x="79397" y="418"/>
                  </a:lnTo>
                  <a:lnTo>
                    <a:pt x="88073" y="0"/>
                  </a:lnTo>
                  <a:lnTo>
                    <a:pt x="7486258" y="0"/>
                  </a:lnTo>
                  <a:lnTo>
                    <a:pt x="7527816" y="10411"/>
                  </a:lnTo>
                  <a:lnTo>
                    <a:pt x="7559501" y="39133"/>
                  </a:lnTo>
                  <a:lnTo>
                    <a:pt x="7573912" y="79397"/>
                  </a:lnTo>
                  <a:lnTo>
                    <a:pt x="7574331" y="88073"/>
                  </a:lnTo>
                  <a:lnTo>
                    <a:pt x="7574331" y="158532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56" name="object 7">
              <a:extLst>
                <a:ext uri="{FF2B5EF4-FFF2-40B4-BE49-F238E27FC236}">
                  <a16:creationId xmlns:a16="http://schemas.microsoft.com/office/drawing/2014/main" id="{E28987BD-C311-0375-A982-F75572B83667}"/>
                </a:ext>
              </a:extLst>
            </p:cNvPr>
            <p:cNvSpPr/>
            <p:nvPr/>
          </p:nvSpPr>
          <p:spPr>
            <a:xfrm>
              <a:off x="4174690" y="1955234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4">
                  <a:moveTo>
                    <a:pt x="257615" y="515230"/>
                  </a:moveTo>
                  <a:lnTo>
                    <a:pt x="211300" y="511081"/>
                  </a:lnTo>
                  <a:lnTo>
                    <a:pt x="167712" y="499117"/>
                  </a:lnTo>
                  <a:lnTo>
                    <a:pt x="127578" y="480065"/>
                  </a:lnTo>
                  <a:lnTo>
                    <a:pt x="91624" y="454652"/>
                  </a:lnTo>
                  <a:lnTo>
                    <a:pt x="60577" y="423606"/>
                  </a:lnTo>
                  <a:lnTo>
                    <a:pt x="35165" y="387652"/>
                  </a:lnTo>
                  <a:lnTo>
                    <a:pt x="16113" y="347518"/>
                  </a:lnTo>
                  <a:lnTo>
                    <a:pt x="4149" y="303930"/>
                  </a:lnTo>
                  <a:lnTo>
                    <a:pt x="0" y="257615"/>
                  </a:lnTo>
                  <a:lnTo>
                    <a:pt x="4149" y="211300"/>
                  </a:lnTo>
                  <a:lnTo>
                    <a:pt x="16113" y="167712"/>
                  </a:lnTo>
                  <a:lnTo>
                    <a:pt x="35165" y="127578"/>
                  </a:lnTo>
                  <a:lnTo>
                    <a:pt x="60577" y="91624"/>
                  </a:lnTo>
                  <a:lnTo>
                    <a:pt x="91624" y="60577"/>
                  </a:lnTo>
                  <a:lnTo>
                    <a:pt x="127578" y="35165"/>
                  </a:lnTo>
                  <a:lnTo>
                    <a:pt x="167712" y="16113"/>
                  </a:lnTo>
                  <a:lnTo>
                    <a:pt x="211300" y="4149"/>
                  </a:lnTo>
                  <a:lnTo>
                    <a:pt x="257615" y="0"/>
                  </a:lnTo>
                  <a:lnTo>
                    <a:pt x="303930" y="4149"/>
                  </a:lnTo>
                  <a:lnTo>
                    <a:pt x="347518" y="16113"/>
                  </a:lnTo>
                  <a:lnTo>
                    <a:pt x="387652" y="35165"/>
                  </a:lnTo>
                  <a:lnTo>
                    <a:pt x="423606" y="60577"/>
                  </a:lnTo>
                  <a:lnTo>
                    <a:pt x="442294" y="79266"/>
                  </a:lnTo>
                  <a:lnTo>
                    <a:pt x="257615" y="79266"/>
                  </a:lnTo>
                  <a:lnTo>
                    <a:pt x="248853" y="79480"/>
                  </a:lnTo>
                  <a:lnTo>
                    <a:pt x="205842" y="86943"/>
                  </a:lnTo>
                  <a:lnTo>
                    <a:pt x="165934" y="104633"/>
                  </a:lnTo>
                  <a:lnTo>
                    <a:pt x="131503" y="131503"/>
                  </a:lnTo>
                  <a:lnTo>
                    <a:pt x="104633" y="165934"/>
                  </a:lnTo>
                  <a:lnTo>
                    <a:pt x="86943" y="205842"/>
                  </a:lnTo>
                  <a:lnTo>
                    <a:pt x="79480" y="248853"/>
                  </a:lnTo>
                  <a:lnTo>
                    <a:pt x="79266" y="257615"/>
                  </a:lnTo>
                  <a:lnTo>
                    <a:pt x="79480" y="266377"/>
                  </a:lnTo>
                  <a:lnTo>
                    <a:pt x="86943" y="309387"/>
                  </a:lnTo>
                  <a:lnTo>
                    <a:pt x="104633" y="349296"/>
                  </a:lnTo>
                  <a:lnTo>
                    <a:pt x="131503" y="383727"/>
                  </a:lnTo>
                  <a:lnTo>
                    <a:pt x="165934" y="410596"/>
                  </a:lnTo>
                  <a:lnTo>
                    <a:pt x="205842" y="428286"/>
                  </a:lnTo>
                  <a:lnTo>
                    <a:pt x="248853" y="435750"/>
                  </a:lnTo>
                  <a:lnTo>
                    <a:pt x="257615" y="435964"/>
                  </a:lnTo>
                  <a:lnTo>
                    <a:pt x="492049" y="435964"/>
                  </a:lnTo>
                  <a:lnTo>
                    <a:pt x="521750" y="465689"/>
                  </a:lnTo>
                  <a:lnTo>
                    <a:pt x="409583" y="465689"/>
                  </a:lnTo>
                  <a:lnTo>
                    <a:pt x="375858" y="486597"/>
                  </a:lnTo>
                  <a:lnTo>
                    <a:pt x="338940" y="502164"/>
                  </a:lnTo>
                  <a:lnTo>
                    <a:pt x="299352" y="511878"/>
                  </a:lnTo>
                  <a:lnTo>
                    <a:pt x="257615" y="515230"/>
                  </a:lnTo>
                  <a:close/>
                </a:path>
                <a:path w="634364" h="634364">
                  <a:moveTo>
                    <a:pt x="492049" y="435964"/>
                  </a:moveTo>
                  <a:lnTo>
                    <a:pt x="257615" y="435964"/>
                  </a:lnTo>
                  <a:lnTo>
                    <a:pt x="266377" y="435750"/>
                  </a:lnTo>
                  <a:lnTo>
                    <a:pt x="275096" y="435107"/>
                  </a:lnTo>
                  <a:lnTo>
                    <a:pt x="317689" y="425543"/>
                  </a:lnTo>
                  <a:lnTo>
                    <a:pt x="356700" y="405907"/>
                  </a:lnTo>
                  <a:lnTo>
                    <a:pt x="389771" y="377380"/>
                  </a:lnTo>
                  <a:lnTo>
                    <a:pt x="414907" y="341689"/>
                  </a:lnTo>
                  <a:lnTo>
                    <a:pt x="430618" y="300961"/>
                  </a:lnTo>
                  <a:lnTo>
                    <a:pt x="435964" y="257615"/>
                  </a:lnTo>
                  <a:lnTo>
                    <a:pt x="435750" y="248853"/>
                  </a:lnTo>
                  <a:lnTo>
                    <a:pt x="428286" y="205842"/>
                  </a:lnTo>
                  <a:lnTo>
                    <a:pt x="410596" y="165934"/>
                  </a:lnTo>
                  <a:lnTo>
                    <a:pt x="383727" y="131503"/>
                  </a:lnTo>
                  <a:lnTo>
                    <a:pt x="349296" y="104633"/>
                  </a:lnTo>
                  <a:lnTo>
                    <a:pt x="309387" y="86943"/>
                  </a:lnTo>
                  <a:lnTo>
                    <a:pt x="266377" y="79480"/>
                  </a:lnTo>
                  <a:lnTo>
                    <a:pt x="257615" y="79266"/>
                  </a:lnTo>
                  <a:lnTo>
                    <a:pt x="442294" y="79266"/>
                  </a:lnTo>
                  <a:lnTo>
                    <a:pt x="480065" y="127578"/>
                  </a:lnTo>
                  <a:lnTo>
                    <a:pt x="499117" y="167712"/>
                  </a:lnTo>
                  <a:lnTo>
                    <a:pt x="511081" y="211300"/>
                  </a:lnTo>
                  <a:lnTo>
                    <a:pt x="515230" y="257615"/>
                  </a:lnTo>
                  <a:lnTo>
                    <a:pt x="511861" y="299352"/>
                  </a:lnTo>
                  <a:lnTo>
                    <a:pt x="502117" y="338940"/>
                  </a:lnTo>
                  <a:lnTo>
                    <a:pt x="486545" y="375858"/>
                  </a:lnTo>
                  <a:lnTo>
                    <a:pt x="465689" y="409583"/>
                  </a:lnTo>
                  <a:lnTo>
                    <a:pt x="492049" y="435964"/>
                  </a:lnTo>
                  <a:close/>
                </a:path>
                <a:path w="634364" h="634364">
                  <a:moveTo>
                    <a:pt x="594435" y="634222"/>
                  </a:moveTo>
                  <a:lnTo>
                    <a:pt x="579502" y="631320"/>
                  </a:lnTo>
                  <a:lnTo>
                    <a:pt x="566382" y="622611"/>
                  </a:lnTo>
                  <a:lnTo>
                    <a:pt x="409583" y="465689"/>
                  </a:lnTo>
                  <a:lnTo>
                    <a:pt x="521750" y="465689"/>
                  </a:lnTo>
                  <a:lnTo>
                    <a:pt x="622487" y="566506"/>
                  </a:lnTo>
                  <a:lnTo>
                    <a:pt x="631196" y="579626"/>
                  </a:lnTo>
                  <a:lnTo>
                    <a:pt x="634099" y="594558"/>
                  </a:lnTo>
                  <a:lnTo>
                    <a:pt x="631196" y="609490"/>
                  </a:lnTo>
                  <a:lnTo>
                    <a:pt x="622487" y="622611"/>
                  </a:lnTo>
                  <a:lnTo>
                    <a:pt x="609367" y="631320"/>
                  </a:lnTo>
                  <a:lnTo>
                    <a:pt x="594435" y="6342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60" name="object 8">
            <a:extLst>
              <a:ext uri="{FF2B5EF4-FFF2-40B4-BE49-F238E27FC236}">
                <a16:creationId xmlns:a16="http://schemas.microsoft.com/office/drawing/2014/main" id="{33C9490A-F1DB-0D07-EDCF-6DBAFAF3CD8A}"/>
              </a:ext>
            </a:extLst>
          </p:cNvPr>
          <p:cNvGrpSpPr/>
          <p:nvPr/>
        </p:nvGrpSpPr>
        <p:grpSpPr>
          <a:xfrm>
            <a:off x="5754144" y="986955"/>
            <a:ext cx="5049943" cy="1057063"/>
            <a:chOff x="8631215" y="1479637"/>
            <a:chExt cx="7574915" cy="1585595"/>
          </a:xfrm>
        </p:grpSpPr>
        <p:sp>
          <p:nvSpPr>
            <p:cNvPr id="61" name="object 9">
              <a:extLst>
                <a:ext uri="{FF2B5EF4-FFF2-40B4-BE49-F238E27FC236}">
                  <a16:creationId xmlns:a16="http://schemas.microsoft.com/office/drawing/2014/main" id="{FA65DA8A-25B4-D6CE-5E47-89BEF281BED4}"/>
                </a:ext>
              </a:extLst>
            </p:cNvPr>
            <p:cNvSpPr/>
            <p:nvPr/>
          </p:nvSpPr>
          <p:spPr>
            <a:xfrm>
              <a:off x="8631215" y="1479637"/>
              <a:ext cx="7574915" cy="1585595"/>
            </a:xfrm>
            <a:custGeom>
              <a:avLst/>
              <a:gdLst/>
              <a:ahLst/>
              <a:cxnLst/>
              <a:rect l="l" t="t" r="r" b="b"/>
              <a:pathLst>
                <a:path w="7574915" h="1585595">
                  <a:moveTo>
                    <a:pt x="7574332" y="1585325"/>
                  </a:moveTo>
                  <a:lnTo>
                    <a:pt x="0" y="1585325"/>
                  </a:lnTo>
                  <a:lnTo>
                    <a:pt x="0" y="88073"/>
                  </a:lnTo>
                  <a:lnTo>
                    <a:pt x="10410" y="46513"/>
                  </a:lnTo>
                  <a:lnTo>
                    <a:pt x="39132" y="14829"/>
                  </a:lnTo>
                  <a:lnTo>
                    <a:pt x="79397" y="418"/>
                  </a:lnTo>
                  <a:lnTo>
                    <a:pt x="88073" y="0"/>
                  </a:lnTo>
                  <a:lnTo>
                    <a:pt x="7486258" y="0"/>
                  </a:lnTo>
                  <a:lnTo>
                    <a:pt x="7527816" y="10411"/>
                  </a:lnTo>
                  <a:lnTo>
                    <a:pt x="7559500" y="39133"/>
                  </a:lnTo>
                  <a:lnTo>
                    <a:pt x="7573911" y="79397"/>
                  </a:lnTo>
                  <a:lnTo>
                    <a:pt x="7574332" y="88073"/>
                  </a:lnTo>
                  <a:lnTo>
                    <a:pt x="7574332" y="1585325"/>
                  </a:lnTo>
                  <a:close/>
                </a:path>
              </a:pathLst>
            </a:custGeom>
            <a:solidFill>
              <a:srgbClr val="0D46A1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2" name="object 10">
              <a:extLst>
                <a:ext uri="{FF2B5EF4-FFF2-40B4-BE49-F238E27FC236}">
                  <a16:creationId xmlns:a16="http://schemas.microsoft.com/office/drawing/2014/main" id="{83167B42-6C0B-472A-D4D0-A975F95661AA}"/>
                </a:ext>
              </a:extLst>
            </p:cNvPr>
            <p:cNvSpPr/>
            <p:nvPr/>
          </p:nvSpPr>
          <p:spPr>
            <a:xfrm>
              <a:off x="12066087" y="1994867"/>
              <a:ext cx="713740" cy="554990"/>
            </a:xfrm>
            <a:custGeom>
              <a:avLst/>
              <a:gdLst/>
              <a:ahLst/>
              <a:cxnLst/>
              <a:rect l="l" t="t" r="r" b="b"/>
              <a:pathLst>
                <a:path w="713740" h="554989">
                  <a:moveTo>
                    <a:pt x="455781" y="554863"/>
                  </a:moveTo>
                  <a:lnTo>
                    <a:pt x="336881" y="554863"/>
                  </a:lnTo>
                  <a:lnTo>
                    <a:pt x="313746" y="550190"/>
                  </a:lnTo>
                  <a:lnTo>
                    <a:pt x="294848" y="537446"/>
                  </a:lnTo>
                  <a:lnTo>
                    <a:pt x="282105" y="518549"/>
                  </a:lnTo>
                  <a:lnTo>
                    <a:pt x="277431" y="495414"/>
                  </a:lnTo>
                  <a:lnTo>
                    <a:pt x="277431" y="374409"/>
                  </a:lnTo>
                  <a:lnTo>
                    <a:pt x="277555" y="372303"/>
                  </a:lnTo>
                  <a:lnTo>
                    <a:pt x="277803" y="370322"/>
                  </a:lnTo>
                  <a:lnTo>
                    <a:pt x="178349" y="237798"/>
                  </a:lnTo>
                  <a:lnTo>
                    <a:pt x="59449" y="237798"/>
                  </a:lnTo>
                  <a:lnTo>
                    <a:pt x="36314" y="233125"/>
                  </a:lnTo>
                  <a:lnTo>
                    <a:pt x="17416" y="220381"/>
                  </a:lnTo>
                  <a:lnTo>
                    <a:pt x="4673" y="201484"/>
                  </a:lnTo>
                  <a:lnTo>
                    <a:pt x="0" y="178349"/>
                  </a:lnTo>
                  <a:lnTo>
                    <a:pt x="0" y="59449"/>
                  </a:lnTo>
                  <a:lnTo>
                    <a:pt x="4673" y="36314"/>
                  </a:lnTo>
                  <a:lnTo>
                    <a:pt x="17416" y="17416"/>
                  </a:lnTo>
                  <a:lnTo>
                    <a:pt x="36314" y="4673"/>
                  </a:lnTo>
                  <a:lnTo>
                    <a:pt x="59449" y="0"/>
                  </a:lnTo>
                  <a:lnTo>
                    <a:pt x="178349" y="0"/>
                  </a:lnTo>
                  <a:lnTo>
                    <a:pt x="201484" y="4673"/>
                  </a:lnTo>
                  <a:lnTo>
                    <a:pt x="220381" y="17416"/>
                  </a:lnTo>
                  <a:lnTo>
                    <a:pt x="233125" y="36314"/>
                  </a:lnTo>
                  <a:lnTo>
                    <a:pt x="237798" y="59449"/>
                  </a:lnTo>
                  <a:lnTo>
                    <a:pt x="237798" y="79266"/>
                  </a:lnTo>
                  <a:lnTo>
                    <a:pt x="475597" y="79266"/>
                  </a:lnTo>
                  <a:lnTo>
                    <a:pt x="475597" y="59449"/>
                  </a:lnTo>
                  <a:lnTo>
                    <a:pt x="480271" y="36314"/>
                  </a:lnTo>
                  <a:lnTo>
                    <a:pt x="493014" y="17416"/>
                  </a:lnTo>
                  <a:lnTo>
                    <a:pt x="511911" y="4673"/>
                  </a:lnTo>
                  <a:lnTo>
                    <a:pt x="535047" y="0"/>
                  </a:lnTo>
                  <a:lnTo>
                    <a:pt x="653946" y="0"/>
                  </a:lnTo>
                  <a:lnTo>
                    <a:pt x="677082" y="4673"/>
                  </a:lnTo>
                  <a:lnTo>
                    <a:pt x="695979" y="17416"/>
                  </a:lnTo>
                  <a:lnTo>
                    <a:pt x="708722" y="36314"/>
                  </a:lnTo>
                  <a:lnTo>
                    <a:pt x="713396" y="59449"/>
                  </a:lnTo>
                  <a:lnTo>
                    <a:pt x="713396" y="178349"/>
                  </a:lnTo>
                  <a:lnTo>
                    <a:pt x="708722" y="201484"/>
                  </a:lnTo>
                  <a:lnTo>
                    <a:pt x="695979" y="220381"/>
                  </a:lnTo>
                  <a:lnTo>
                    <a:pt x="677082" y="233125"/>
                  </a:lnTo>
                  <a:lnTo>
                    <a:pt x="653946" y="237798"/>
                  </a:lnTo>
                  <a:lnTo>
                    <a:pt x="535047" y="237798"/>
                  </a:lnTo>
                  <a:lnTo>
                    <a:pt x="511911" y="233125"/>
                  </a:lnTo>
                  <a:lnTo>
                    <a:pt x="493014" y="220381"/>
                  </a:lnTo>
                  <a:lnTo>
                    <a:pt x="480271" y="201484"/>
                  </a:lnTo>
                  <a:lnTo>
                    <a:pt x="475597" y="178349"/>
                  </a:lnTo>
                  <a:lnTo>
                    <a:pt x="475597" y="158532"/>
                  </a:lnTo>
                  <a:lnTo>
                    <a:pt x="237798" y="158532"/>
                  </a:lnTo>
                  <a:lnTo>
                    <a:pt x="237798" y="180454"/>
                  </a:lnTo>
                  <a:lnTo>
                    <a:pt x="237674" y="182560"/>
                  </a:lnTo>
                  <a:lnTo>
                    <a:pt x="237427" y="184541"/>
                  </a:lnTo>
                  <a:lnTo>
                    <a:pt x="336881" y="317065"/>
                  </a:lnTo>
                  <a:lnTo>
                    <a:pt x="455781" y="317065"/>
                  </a:lnTo>
                  <a:lnTo>
                    <a:pt x="478916" y="321738"/>
                  </a:lnTo>
                  <a:lnTo>
                    <a:pt x="497813" y="334481"/>
                  </a:lnTo>
                  <a:lnTo>
                    <a:pt x="510557" y="353379"/>
                  </a:lnTo>
                  <a:lnTo>
                    <a:pt x="515230" y="376514"/>
                  </a:lnTo>
                  <a:lnTo>
                    <a:pt x="515230" y="495414"/>
                  </a:lnTo>
                  <a:lnTo>
                    <a:pt x="510557" y="518549"/>
                  </a:lnTo>
                  <a:lnTo>
                    <a:pt x="497813" y="537446"/>
                  </a:lnTo>
                  <a:lnTo>
                    <a:pt x="478916" y="550190"/>
                  </a:lnTo>
                  <a:lnTo>
                    <a:pt x="455781" y="554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64" name="object 11">
            <a:extLst>
              <a:ext uri="{FF2B5EF4-FFF2-40B4-BE49-F238E27FC236}">
                <a16:creationId xmlns:a16="http://schemas.microsoft.com/office/drawing/2014/main" id="{65A9D2F8-CA02-7614-681D-58697DF5E748}"/>
              </a:ext>
            </a:extLst>
          </p:cNvPr>
          <p:cNvGrpSpPr/>
          <p:nvPr/>
        </p:nvGrpSpPr>
        <p:grpSpPr>
          <a:xfrm>
            <a:off x="469726" y="3758819"/>
            <a:ext cx="5049943" cy="1057063"/>
            <a:chOff x="704588" y="6059465"/>
            <a:chExt cx="7574915" cy="1585595"/>
          </a:xfrm>
        </p:grpSpPr>
        <p:sp>
          <p:nvSpPr>
            <p:cNvPr id="65" name="object 12">
              <a:extLst>
                <a:ext uri="{FF2B5EF4-FFF2-40B4-BE49-F238E27FC236}">
                  <a16:creationId xmlns:a16="http://schemas.microsoft.com/office/drawing/2014/main" id="{2B954D98-71E1-8E71-9E30-E3BD090F9552}"/>
                </a:ext>
              </a:extLst>
            </p:cNvPr>
            <p:cNvSpPr/>
            <p:nvPr/>
          </p:nvSpPr>
          <p:spPr>
            <a:xfrm>
              <a:off x="704588" y="6059465"/>
              <a:ext cx="7574915" cy="1585595"/>
            </a:xfrm>
            <a:custGeom>
              <a:avLst/>
              <a:gdLst/>
              <a:ahLst/>
              <a:cxnLst/>
              <a:rect l="l" t="t" r="r" b="b"/>
              <a:pathLst>
                <a:path w="7574915" h="1585595">
                  <a:moveTo>
                    <a:pt x="7574331" y="1585325"/>
                  </a:moveTo>
                  <a:lnTo>
                    <a:pt x="0" y="1585325"/>
                  </a:lnTo>
                  <a:lnTo>
                    <a:pt x="0" y="88073"/>
                  </a:lnTo>
                  <a:lnTo>
                    <a:pt x="10411" y="46513"/>
                  </a:lnTo>
                  <a:lnTo>
                    <a:pt x="39133" y="14829"/>
                  </a:lnTo>
                  <a:lnTo>
                    <a:pt x="79397" y="418"/>
                  </a:lnTo>
                  <a:lnTo>
                    <a:pt x="88073" y="0"/>
                  </a:lnTo>
                  <a:lnTo>
                    <a:pt x="7486258" y="0"/>
                  </a:lnTo>
                  <a:lnTo>
                    <a:pt x="7527816" y="10411"/>
                  </a:lnTo>
                  <a:lnTo>
                    <a:pt x="7559501" y="39132"/>
                  </a:lnTo>
                  <a:lnTo>
                    <a:pt x="7573912" y="79397"/>
                  </a:lnTo>
                  <a:lnTo>
                    <a:pt x="7574331" y="88073"/>
                  </a:lnTo>
                  <a:lnTo>
                    <a:pt x="7574331" y="1585325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7" name="object 13">
              <a:extLst>
                <a:ext uri="{FF2B5EF4-FFF2-40B4-BE49-F238E27FC236}">
                  <a16:creationId xmlns:a16="http://schemas.microsoft.com/office/drawing/2014/main" id="{FD3C46B2-17D4-0A90-F69F-6951E77F00D5}"/>
                </a:ext>
              </a:extLst>
            </p:cNvPr>
            <p:cNvSpPr/>
            <p:nvPr/>
          </p:nvSpPr>
          <p:spPr>
            <a:xfrm>
              <a:off x="4253956" y="6535062"/>
              <a:ext cx="475615" cy="633730"/>
            </a:xfrm>
            <a:custGeom>
              <a:avLst/>
              <a:gdLst/>
              <a:ahLst/>
              <a:cxnLst/>
              <a:rect l="l" t="t" r="r" b="b"/>
              <a:pathLst>
                <a:path w="475614" h="633729">
                  <a:moveTo>
                    <a:pt x="396331" y="633729"/>
                  </a:moveTo>
                  <a:lnTo>
                    <a:pt x="79266" y="633729"/>
                  </a:lnTo>
                  <a:lnTo>
                    <a:pt x="48436" y="627379"/>
                  </a:lnTo>
                  <a:lnTo>
                    <a:pt x="23238" y="610869"/>
                  </a:lnTo>
                  <a:lnTo>
                    <a:pt x="6237" y="585469"/>
                  </a:lnTo>
                  <a:lnTo>
                    <a:pt x="0" y="553719"/>
                  </a:lnTo>
                  <a:lnTo>
                    <a:pt x="0" y="78739"/>
                  </a:lnTo>
                  <a:lnTo>
                    <a:pt x="6237" y="48259"/>
                  </a:lnTo>
                  <a:lnTo>
                    <a:pt x="23238" y="22859"/>
                  </a:lnTo>
                  <a:lnTo>
                    <a:pt x="48436" y="5079"/>
                  </a:lnTo>
                  <a:lnTo>
                    <a:pt x="79266" y="0"/>
                  </a:lnTo>
                  <a:lnTo>
                    <a:pt x="396331" y="0"/>
                  </a:lnTo>
                  <a:lnTo>
                    <a:pt x="427161" y="5079"/>
                  </a:lnTo>
                  <a:lnTo>
                    <a:pt x="452359" y="22859"/>
                  </a:lnTo>
                  <a:lnTo>
                    <a:pt x="469360" y="48259"/>
                  </a:lnTo>
                  <a:lnTo>
                    <a:pt x="475597" y="78739"/>
                  </a:lnTo>
                  <a:lnTo>
                    <a:pt x="118899" y="78739"/>
                  </a:lnTo>
                  <a:lnTo>
                    <a:pt x="103458" y="81279"/>
                  </a:lnTo>
                  <a:lnTo>
                    <a:pt x="90862" y="90169"/>
                  </a:lnTo>
                  <a:lnTo>
                    <a:pt x="82376" y="102869"/>
                  </a:lnTo>
                  <a:lnTo>
                    <a:pt x="79266" y="118109"/>
                  </a:lnTo>
                  <a:lnTo>
                    <a:pt x="79266" y="157479"/>
                  </a:lnTo>
                  <a:lnTo>
                    <a:pt x="82376" y="172719"/>
                  </a:lnTo>
                  <a:lnTo>
                    <a:pt x="90862" y="185419"/>
                  </a:lnTo>
                  <a:lnTo>
                    <a:pt x="103458" y="194309"/>
                  </a:lnTo>
                  <a:lnTo>
                    <a:pt x="118899" y="198119"/>
                  </a:lnTo>
                  <a:lnTo>
                    <a:pt x="475597" y="198119"/>
                  </a:lnTo>
                  <a:lnTo>
                    <a:pt x="475597" y="237489"/>
                  </a:lnTo>
                  <a:lnTo>
                    <a:pt x="113643" y="237489"/>
                  </a:lnTo>
                  <a:lnTo>
                    <a:pt x="80271" y="266699"/>
                  </a:lnTo>
                  <a:lnTo>
                    <a:pt x="79266" y="271779"/>
                  </a:lnTo>
                  <a:lnTo>
                    <a:pt x="79266" y="281939"/>
                  </a:lnTo>
                  <a:lnTo>
                    <a:pt x="108588" y="314959"/>
                  </a:lnTo>
                  <a:lnTo>
                    <a:pt x="113643" y="316229"/>
                  </a:lnTo>
                  <a:lnTo>
                    <a:pt x="475597" y="316229"/>
                  </a:lnTo>
                  <a:lnTo>
                    <a:pt x="475597" y="355599"/>
                  </a:lnTo>
                  <a:lnTo>
                    <a:pt x="113643" y="355599"/>
                  </a:lnTo>
                  <a:lnTo>
                    <a:pt x="108588" y="356869"/>
                  </a:lnTo>
                  <a:lnTo>
                    <a:pt x="98876" y="360679"/>
                  </a:lnTo>
                  <a:lnTo>
                    <a:pt x="94590" y="364489"/>
                  </a:lnTo>
                  <a:lnTo>
                    <a:pt x="87158" y="370839"/>
                  </a:lnTo>
                  <a:lnTo>
                    <a:pt x="84294" y="375919"/>
                  </a:lnTo>
                  <a:lnTo>
                    <a:pt x="80271" y="384809"/>
                  </a:lnTo>
                  <a:lnTo>
                    <a:pt x="79266" y="389889"/>
                  </a:lnTo>
                  <a:lnTo>
                    <a:pt x="79266" y="401319"/>
                  </a:lnTo>
                  <a:lnTo>
                    <a:pt x="108588" y="434339"/>
                  </a:lnTo>
                  <a:lnTo>
                    <a:pt x="113643" y="435609"/>
                  </a:lnTo>
                  <a:lnTo>
                    <a:pt x="475597" y="435609"/>
                  </a:lnTo>
                  <a:lnTo>
                    <a:pt x="475597" y="474979"/>
                  </a:lnTo>
                  <a:lnTo>
                    <a:pt x="118899" y="474979"/>
                  </a:lnTo>
                  <a:lnTo>
                    <a:pt x="103458" y="477519"/>
                  </a:lnTo>
                  <a:lnTo>
                    <a:pt x="90862" y="486409"/>
                  </a:lnTo>
                  <a:lnTo>
                    <a:pt x="82376" y="499109"/>
                  </a:lnTo>
                  <a:lnTo>
                    <a:pt x="79266" y="514349"/>
                  </a:lnTo>
                  <a:lnTo>
                    <a:pt x="82376" y="529589"/>
                  </a:lnTo>
                  <a:lnTo>
                    <a:pt x="90862" y="542289"/>
                  </a:lnTo>
                  <a:lnTo>
                    <a:pt x="103458" y="551179"/>
                  </a:lnTo>
                  <a:lnTo>
                    <a:pt x="118899" y="553719"/>
                  </a:lnTo>
                  <a:lnTo>
                    <a:pt x="475597" y="553719"/>
                  </a:lnTo>
                  <a:lnTo>
                    <a:pt x="469360" y="585469"/>
                  </a:lnTo>
                  <a:lnTo>
                    <a:pt x="452359" y="610869"/>
                  </a:lnTo>
                  <a:lnTo>
                    <a:pt x="427161" y="627379"/>
                  </a:lnTo>
                  <a:lnTo>
                    <a:pt x="396331" y="633729"/>
                  </a:lnTo>
                  <a:close/>
                </a:path>
                <a:path w="475614" h="633729">
                  <a:moveTo>
                    <a:pt x="475597" y="198119"/>
                  </a:moveTo>
                  <a:lnTo>
                    <a:pt x="356698" y="198119"/>
                  </a:lnTo>
                  <a:lnTo>
                    <a:pt x="372139" y="194309"/>
                  </a:lnTo>
                  <a:lnTo>
                    <a:pt x="384735" y="185419"/>
                  </a:lnTo>
                  <a:lnTo>
                    <a:pt x="393221" y="172719"/>
                  </a:lnTo>
                  <a:lnTo>
                    <a:pt x="396331" y="157479"/>
                  </a:lnTo>
                  <a:lnTo>
                    <a:pt x="396331" y="118109"/>
                  </a:lnTo>
                  <a:lnTo>
                    <a:pt x="393221" y="102869"/>
                  </a:lnTo>
                  <a:lnTo>
                    <a:pt x="384735" y="90169"/>
                  </a:lnTo>
                  <a:lnTo>
                    <a:pt x="372139" y="81279"/>
                  </a:lnTo>
                  <a:lnTo>
                    <a:pt x="356698" y="78739"/>
                  </a:lnTo>
                  <a:lnTo>
                    <a:pt x="475597" y="78739"/>
                  </a:lnTo>
                  <a:lnTo>
                    <a:pt x="475597" y="198119"/>
                  </a:lnTo>
                  <a:close/>
                </a:path>
                <a:path w="475614" h="633729">
                  <a:moveTo>
                    <a:pt x="232543" y="316229"/>
                  </a:moveTo>
                  <a:lnTo>
                    <a:pt x="124155" y="316229"/>
                  </a:lnTo>
                  <a:lnTo>
                    <a:pt x="129210" y="314959"/>
                  </a:lnTo>
                  <a:lnTo>
                    <a:pt x="138921" y="311149"/>
                  </a:lnTo>
                  <a:lnTo>
                    <a:pt x="158532" y="281939"/>
                  </a:lnTo>
                  <a:lnTo>
                    <a:pt x="158532" y="271779"/>
                  </a:lnTo>
                  <a:lnTo>
                    <a:pt x="129210" y="238759"/>
                  </a:lnTo>
                  <a:lnTo>
                    <a:pt x="124155" y="237489"/>
                  </a:lnTo>
                  <a:lnTo>
                    <a:pt x="232543" y="237489"/>
                  </a:lnTo>
                  <a:lnTo>
                    <a:pt x="199171" y="266699"/>
                  </a:lnTo>
                  <a:lnTo>
                    <a:pt x="198165" y="271779"/>
                  </a:lnTo>
                  <a:lnTo>
                    <a:pt x="198165" y="281939"/>
                  </a:lnTo>
                  <a:lnTo>
                    <a:pt x="227487" y="314959"/>
                  </a:lnTo>
                  <a:lnTo>
                    <a:pt x="232543" y="316229"/>
                  </a:lnTo>
                  <a:close/>
                </a:path>
                <a:path w="475614" h="633729">
                  <a:moveTo>
                    <a:pt x="351442" y="316229"/>
                  </a:moveTo>
                  <a:lnTo>
                    <a:pt x="243054" y="316229"/>
                  </a:lnTo>
                  <a:lnTo>
                    <a:pt x="248110" y="314959"/>
                  </a:lnTo>
                  <a:lnTo>
                    <a:pt x="257821" y="311149"/>
                  </a:lnTo>
                  <a:lnTo>
                    <a:pt x="277431" y="281939"/>
                  </a:lnTo>
                  <a:lnTo>
                    <a:pt x="277431" y="271779"/>
                  </a:lnTo>
                  <a:lnTo>
                    <a:pt x="248110" y="238759"/>
                  </a:lnTo>
                  <a:lnTo>
                    <a:pt x="243054" y="237489"/>
                  </a:lnTo>
                  <a:lnTo>
                    <a:pt x="351442" y="237489"/>
                  </a:lnTo>
                  <a:lnTo>
                    <a:pt x="318070" y="266699"/>
                  </a:lnTo>
                  <a:lnTo>
                    <a:pt x="317065" y="271779"/>
                  </a:lnTo>
                  <a:lnTo>
                    <a:pt x="317065" y="281939"/>
                  </a:lnTo>
                  <a:lnTo>
                    <a:pt x="346386" y="314959"/>
                  </a:lnTo>
                  <a:lnTo>
                    <a:pt x="351442" y="316229"/>
                  </a:lnTo>
                  <a:close/>
                </a:path>
                <a:path w="475614" h="633729">
                  <a:moveTo>
                    <a:pt x="475597" y="316229"/>
                  </a:moveTo>
                  <a:lnTo>
                    <a:pt x="361953" y="316229"/>
                  </a:lnTo>
                  <a:lnTo>
                    <a:pt x="367009" y="314959"/>
                  </a:lnTo>
                  <a:lnTo>
                    <a:pt x="376720" y="311149"/>
                  </a:lnTo>
                  <a:lnTo>
                    <a:pt x="396331" y="281939"/>
                  </a:lnTo>
                  <a:lnTo>
                    <a:pt x="396331" y="271779"/>
                  </a:lnTo>
                  <a:lnTo>
                    <a:pt x="367009" y="238759"/>
                  </a:lnTo>
                  <a:lnTo>
                    <a:pt x="361953" y="237489"/>
                  </a:lnTo>
                  <a:lnTo>
                    <a:pt x="475597" y="237489"/>
                  </a:lnTo>
                  <a:lnTo>
                    <a:pt x="475597" y="316229"/>
                  </a:lnTo>
                  <a:close/>
                </a:path>
                <a:path w="475614" h="633729">
                  <a:moveTo>
                    <a:pt x="232543" y="435609"/>
                  </a:moveTo>
                  <a:lnTo>
                    <a:pt x="124155" y="435609"/>
                  </a:lnTo>
                  <a:lnTo>
                    <a:pt x="129210" y="434339"/>
                  </a:lnTo>
                  <a:lnTo>
                    <a:pt x="138921" y="430529"/>
                  </a:lnTo>
                  <a:lnTo>
                    <a:pt x="158532" y="401319"/>
                  </a:lnTo>
                  <a:lnTo>
                    <a:pt x="158532" y="389889"/>
                  </a:lnTo>
                  <a:lnTo>
                    <a:pt x="157526" y="384809"/>
                  </a:lnTo>
                  <a:lnTo>
                    <a:pt x="153504" y="375919"/>
                  </a:lnTo>
                  <a:lnTo>
                    <a:pt x="150640" y="370839"/>
                  </a:lnTo>
                  <a:lnTo>
                    <a:pt x="143207" y="364489"/>
                  </a:lnTo>
                  <a:lnTo>
                    <a:pt x="138921" y="360679"/>
                  </a:lnTo>
                  <a:lnTo>
                    <a:pt x="129210" y="356869"/>
                  </a:lnTo>
                  <a:lnTo>
                    <a:pt x="124155" y="355599"/>
                  </a:lnTo>
                  <a:lnTo>
                    <a:pt x="232543" y="355599"/>
                  </a:lnTo>
                  <a:lnTo>
                    <a:pt x="227487" y="356869"/>
                  </a:lnTo>
                  <a:lnTo>
                    <a:pt x="217776" y="360679"/>
                  </a:lnTo>
                  <a:lnTo>
                    <a:pt x="213490" y="364489"/>
                  </a:lnTo>
                  <a:lnTo>
                    <a:pt x="206057" y="370839"/>
                  </a:lnTo>
                  <a:lnTo>
                    <a:pt x="203193" y="375919"/>
                  </a:lnTo>
                  <a:lnTo>
                    <a:pt x="199171" y="384809"/>
                  </a:lnTo>
                  <a:lnTo>
                    <a:pt x="198165" y="389889"/>
                  </a:lnTo>
                  <a:lnTo>
                    <a:pt x="198165" y="401319"/>
                  </a:lnTo>
                  <a:lnTo>
                    <a:pt x="227487" y="434339"/>
                  </a:lnTo>
                  <a:lnTo>
                    <a:pt x="232543" y="435609"/>
                  </a:lnTo>
                  <a:close/>
                </a:path>
                <a:path w="475614" h="633729">
                  <a:moveTo>
                    <a:pt x="351442" y="435609"/>
                  </a:moveTo>
                  <a:lnTo>
                    <a:pt x="243054" y="435609"/>
                  </a:lnTo>
                  <a:lnTo>
                    <a:pt x="248110" y="434339"/>
                  </a:lnTo>
                  <a:lnTo>
                    <a:pt x="257821" y="430529"/>
                  </a:lnTo>
                  <a:lnTo>
                    <a:pt x="277431" y="401319"/>
                  </a:lnTo>
                  <a:lnTo>
                    <a:pt x="277431" y="389889"/>
                  </a:lnTo>
                  <a:lnTo>
                    <a:pt x="276426" y="384809"/>
                  </a:lnTo>
                  <a:lnTo>
                    <a:pt x="272403" y="375919"/>
                  </a:lnTo>
                  <a:lnTo>
                    <a:pt x="269539" y="370839"/>
                  </a:lnTo>
                  <a:lnTo>
                    <a:pt x="262107" y="364489"/>
                  </a:lnTo>
                  <a:lnTo>
                    <a:pt x="257821" y="360679"/>
                  </a:lnTo>
                  <a:lnTo>
                    <a:pt x="248110" y="356869"/>
                  </a:lnTo>
                  <a:lnTo>
                    <a:pt x="243054" y="355599"/>
                  </a:lnTo>
                  <a:lnTo>
                    <a:pt x="351442" y="355599"/>
                  </a:lnTo>
                  <a:lnTo>
                    <a:pt x="346386" y="356869"/>
                  </a:lnTo>
                  <a:lnTo>
                    <a:pt x="336675" y="360679"/>
                  </a:lnTo>
                  <a:lnTo>
                    <a:pt x="332389" y="364489"/>
                  </a:lnTo>
                  <a:lnTo>
                    <a:pt x="324956" y="370839"/>
                  </a:lnTo>
                  <a:lnTo>
                    <a:pt x="322093" y="375919"/>
                  </a:lnTo>
                  <a:lnTo>
                    <a:pt x="318070" y="384809"/>
                  </a:lnTo>
                  <a:lnTo>
                    <a:pt x="317065" y="389889"/>
                  </a:lnTo>
                  <a:lnTo>
                    <a:pt x="317065" y="401319"/>
                  </a:lnTo>
                  <a:lnTo>
                    <a:pt x="346386" y="434339"/>
                  </a:lnTo>
                  <a:lnTo>
                    <a:pt x="351442" y="435609"/>
                  </a:lnTo>
                  <a:close/>
                </a:path>
                <a:path w="475614" h="633729">
                  <a:moveTo>
                    <a:pt x="475597" y="435609"/>
                  </a:moveTo>
                  <a:lnTo>
                    <a:pt x="361953" y="435609"/>
                  </a:lnTo>
                  <a:lnTo>
                    <a:pt x="367009" y="434339"/>
                  </a:lnTo>
                  <a:lnTo>
                    <a:pt x="376720" y="430529"/>
                  </a:lnTo>
                  <a:lnTo>
                    <a:pt x="396331" y="401319"/>
                  </a:lnTo>
                  <a:lnTo>
                    <a:pt x="396331" y="389889"/>
                  </a:lnTo>
                  <a:lnTo>
                    <a:pt x="395325" y="384809"/>
                  </a:lnTo>
                  <a:lnTo>
                    <a:pt x="391303" y="375919"/>
                  </a:lnTo>
                  <a:lnTo>
                    <a:pt x="388439" y="370839"/>
                  </a:lnTo>
                  <a:lnTo>
                    <a:pt x="381006" y="364489"/>
                  </a:lnTo>
                  <a:lnTo>
                    <a:pt x="376720" y="360679"/>
                  </a:lnTo>
                  <a:lnTo>
                    <a:pt x="367009" y="356869"/>
                  </a:lnTo>
                  <a:lnTo>
                    <a:pt x="361953" y="355599"/>
                  </a:lnTo>
                  <a:lnTo>
                    <a:pt x="475597" y="355599"/>
                  </a:lnTo>
                  <a:lnTo>
                    <a:pt x="475597" y="435609"/>
                  </a:lnTo>
                  <a:close/>
                </a:path>
                <a:path w="475614" h="633729">
                  <a:moveTo>
                    <a:pt x="346386" y="553719"/>
                  </a:moveTo>
                  <a:lnTo>
                    <a:pt x="237798" y="553719"/>
                  </a:lnTo>
                  <a:lnTo>
                    <a:pt x="253239" y="551179"/>
                  </a:lnTo>
                  <a:lnTo>
                    <a:pt x="265836" y="542289"/>
                  </a:lnTo>
                  <a:lnTo>
                    <a:pt x="274322" y="529589"/>
                  </a:lnTo>
                  <a:lnTo>
                    <a:pt x="277431" y="514349"/>
                  </a:lnTo>
                  <a:lnTo>
                    <a:pt x="274322" y="499109"/>
                  </a:lnTo>
                  <a:lnTo>
                    <a:pt x="265836" y="486409"/>
                  </a:lnTo>
                  <a:lnTo>
                    <a:pt x="253239" y="477519"/>
                  </a:lnTo>
                  <a:lnTo>
                    <a:pt x="237798" y="474979"/>
                  </a:lnTo>
                  <a:lnTo>
                    <a:pt x="351442" y="474979"/>
                  </a:lnTo>
                  <a:lnTo>
                    <a:pt x="318070" y="504189"/>
                  </a:lnTo>
                  <a:lnTo>
                    <a:pt x="317065" y="509269"/>
                  </a:lnTo>
                  <a:lnTo>
                    <a:pt x="317065" y="519429"/>
                  </a:lnTo>
                  <a:lnTo>
                    <a:pt x="336675" y="548639"/>
                  </a:lnTo>
                  <a:lnTo>
                    <a:pt x="346386" y="553719"/>
                  </a:lnTo>
                  <a:close/>
                </a:path>
                <a:path w="475614" h="633729">
                  <a:moveTo>
                    <a:pt x="475597" y="553719"/>
                  </a:moveTo>
                  <a:lnTo>
                    <a:pt x="367009" y="553719"/>
                  </a:lnTo>
                  <a:lnTo>
                    <a:pt x="376720" y="548639"/>
                  </a:lnTo>
                  <a:lnTo>
                    <a:pt x="381006" y="546099"/>
                  </a:lnTo>
                  <a:lnTo>
                    <a:pt x="388439" y="538479"/>
                  </a:lnTo>
                  <a:lnTo>
                    <a:pt x="391303" y="534669"/>
                  </a:lnTo>
                  <a:lnTo>
                    <a:pt x="395325" y="524509"/>
                  </a:lnTo>
                  <a:lnTo>
                    <a:pt x="396331" y="519429"/>
                  </a:lnTo>
                  <a:lnTo>
                    <a:pt x="396331" y="509269"/>
                  </a:lnTo>
                  <a:lnTo>
                    <a:pt x="367009" y="476249"/>
                  </a:lnTo>
                  <a:lnTo>
                    <a:pt x="361953" y="474979"/>
                  </a:lnTo>
                  <a:lnTo>
                    <a:pt x="475597" y="474979"/>
                  </a:lnTo>
                  <a:lnTo>
                    <a:pt x="475597" y="553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68" name="object 14">
            <a:extLst>
              <a:ext uri="{FF2B5EF4-FFF2-40B4-BE49-F238E27FC236}">
                <a16:creationId xmlns:a16="http://schemas.microsoft.com/office/drawing/2014/main" id="{48B9D426-C79D-95C0-4562-72BA38523D36}"/>
              </a:ext>
            </a:extLst>
          </p:cNvPr>
          <p:cNvGrpSpPr/>
          <p:nvPr/>
        </p:nvGrpSpPr>
        <p:grpSpPr>
          <a:xfrm>
            <a:off x="5754144" y="3758819"/>
            <a:ext cx="5049943" cy="1057063"/>
            <a:chOff x="8631215" y="6059465"/>
            <a:chExt cx="7574915" cy="1585595"/>
          </a:xfrm>
        </p:grpSpPr>
        <p:sp>
          <p:nvSpPr>
            <p:cNvPr id="69" name="object 15">
              <a:extLst>
                <a:ext uri="{FF2B5EF4-FFF2-40B4-BE49-F238E27FC236}">
                  <a16:creationId xmlns:a16="http://schemas.microsoft.com/office/drawing/2014/main" id="{85D517CA-8585-BE18-C6C0-C19DB1AB26E7}"/>
                </a:ext>
              </a:extLst>
            </p:cNvPr>
            <p:cNvSpPr/>
            <p:nvPr/>
          </p:nvSpPr>
          <p:spPr>
            <a:xfrm>
              <a:off x="8631215" y="6059465"/>
              <a:ext cx="7574915" cy="1585595"/>
            </a:xfrm>
            <a:custGeom>
              <a:avLst/>
              <a:gdLst/>
              <a:ahLst/>
              <a:cxnLst/>
              <a:rect l="l" t="t" r="r" b="b"/>
              <a:pathLst>
                <a:path w="7574915" h="1585595">
                  <a:moveTo>
                    <a:pt x="7574332" y="1585325"/>
                  </a:moveTo>
                  <a:lnTo>
                    <a:pt x="0" y="1585325"/>
                  </a:lnTo>
                  <a:lnTo>
                    <a:pt x="0" y="88073"/>
                  </a:lnTo>
                  <a:lnTo>
                    <a:pt x="10410" y="46513"/>
                  </a:lnTo>
                  <a:lnTo>
                    <a:pt x="39132" y="14829"/>
                  </a:lnTo>
                  <a:lnTo>
                    <a:pt x="79397" y="418"/>
                  </a:lnTo>
                  <a:lnTo>
                    <a:pt x="88073" y="0"/>
                  </a:lnTo>
                  <a:lnTo>
                    <a:pt x="7486258" y="0"/>
                  </a:lnTo>
                  <a:lnTo>
                    <a:pt x="7527816" y="10411"/>
                  </a:lnTo>
                  <a:lnTo>
                    <a:pt x="7559500" y="39132"/>
                  </a:lnTo>
                  <a:lnTo>
                    <a:pt x="7573911" y="79397"/>
                  </a:lnTo>
                  <a:lnTo>
                    <a:pt x="7574332" y="88073"/>
                  </a:lnTo>
                  <a:lnTo>
                    <a:pt x="7574332" y="1585325"/>
                  </a:lnTo>
                  <a:close/>
                </a:path>
              </a:pathLst>
            </a:custGeom>
            <a:solidFill>
              <a:srgbClr val="6A1B99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70" name="object 16">
              <a:extLst>
                <a:ext uri="{FF2B5EF4-FFF2-40B4-BE49-F238E27FC236}">
                  <a16:creationId xmlns:a16="http://schemas.microsoft.com/office/drawing/2014/main" id="{8302E30F-B50A-DF97-AE82-5A6D8BF54EC4}"/>
                </a:ext>
              </a:extLst>
            </p:cNvPr>
            <p:cNvSpPr/>
            <p:nvPr/>
          </p:nvSpPr>
          <p:spPr>
            <a:xfrm>
              <a:off x="12180582" y="6535062"/>
              <a:ext cx="475615" cy="634365"/>
            </a:xfrm>
            <a:custGeom>
              <a:avLst/>
              <a:gdLst/>
              <a:ahLst/>
              <a:cxnLst/>
              <a:rect l="l" t="t" r="r" b="b"/>
              <a:pathLst>
                <a:path w="475615" h="634365">
                  <a:moveTo>
                    <a:pt x="396331" y="634130"/>
                  </a:moveTo>
                  <a:lnTo>
                    <a:pt x="79266" y="634130"/>
                  </a:lnTo>
                  <a:lnTo>
                    <a:pt x="48436" y="627892"/>
                  </a:lnTo>
                  <a:lnTo>
                    <a:pt x="23238" y="610892"/>
                  </a:lnTo>
                  <a:lnTo>
                    <a:pt x="6237" y="585693"/>
                  </a:lnTo>
                  <a:lnTo>
                    <a:pt x="0" y="554863"/>
                  </a:lnTo>
                  <a:lnTo>
                    <a:pt x="0" y="79266"/>
                  </a:lnTo>
                  <a:lnTo>
                    <a:pt x="6237" y="48436"/>
                  </a:lnTo>
                  <a:lnTo>
                    <a:pt x="23238" y="23238"/>
                  </a:lnTo>
                  <a:lnTo>
                    <a:pt x="48436" y="6237"/>
                  </a:lnTo>
                  <a:lnTo>
                    <a:pt x="79266" y="0"/>
                  </a:lnTo>
                  <a:lnTo>
                    <a:pt x="277431" y="0"/>
                  </a:lnTo>
                  <a:lnTo>
                    <a:pt x="277431" y="158532"/>
                  </a:lnTo>
                  <a:lnTo>
                    <a:pt x="280541" y="173973"/>
                  </a:lnTo>
                  <a:lnTo>
                    <a:pt x="289027" y="186569"/>
                  </a:lnTo>
                  <a:lnTo>
                    <a:pt x="301624" y="195055"/>
                  </a:lnTo>
                  <a:lnTo>
                    <a:pt x="317065" y="198165"/>
                  </a:lnTo>
                  <a:lnTo>
                    <a:pt x="475597" y="198165"/>
                  </a:lnTo>
                  <a:lnTo>
                    <a:pt x="475597" y="317065"/>
                  </a:lnTo>
                  <a:lnTo>
                    <a:pt x="138715" y="317065"/>
                  </a:lnTo>
                  <a:lnTo>
                    <a:pt x="131021" y="318628"/>
                  </a:lnTo>
                  <a:lnTo>
                    <a:pt x="124720" y="322886"/>
                  </a:lnTo>
                  <a:lnTo>
                    <a:pt x="120463" y="329187"/>
                  </a:lnTo>
                  <a:lnTo>
                    <a:pt x="118899" y="336881"/>
                  </a:lnTo>
                  <a:lnTo>
                    <a:pt x="120463" y="344576"/>
                  </a:lnTo>
                  <a:lnTo>
                    <a:pt x="124720" y="350877"/>
                  </a:lnTo>
                  <a:lnTo>
                    <a:pt x="131021" y="355134"/>
                  </a:lnTo>
                  <a:lnTo>
                    <a:pt x="138715" y="356698"/>
                  </a:lnTo>
                  <a:lnTo>
                    <a:pt x="475597" y="356698"/>
                  </a:lnTo>
                  <a:lnTo>
                    <a:pt x="475597" y="396331"/>
                  </a:lnTo>
                  <a:lnTo>
                    <a:pt x="138715" y="396331"/>
                  </a:lnTo>
                  <a:lnTo>
                    <a:pt x="131021" y="397894"/>
                  </a:lnTo>
                  <a:lnTo>
                    <a:pt x="124720" y="402152"/>
                  </a:lnTo>
                  <a:lnTo>
                    <a:pt x="120463" y="408453"/>
                  </a:lnTo>
                  <a:lnTo>
                    <a:pt x="118899" y="416147"/>
                  </a:lnTo>
                  <a:lnTo>
                    <a:pt x="120463" y="423842"/>
                  </a:lnTo>
                  <a:lnTo>
                    <a:pt x="124720" y="430143"/>
                  </a:lnTo>
                  <a:lnTo>
                    <a:pt x="131021" y="434400"/>
                  </a:lnTo>
                  <a:lnTo>
                    <a:pt x="138715" y="435964"/>
                  </a:lnTo>
                  <a:lnTo>
                    <a:pt x="475597" y="435964"/>
                  </a:lnTo>
                  <a:lnTo>
                    <a:pt x="475597" y="475597"/>
                  </a:lnTo>
                  <a:lnTo>
                    <a:pt x="138715" y="475597"/>
                  </a:lnTo>
                  <a:lnTo>
                    <a:pt x="131021" y="477161"/>
                  </a:lnTo>
                  <a:lnTo>
                    <a:pt x="124720" y="481418"/>
                  </a:lnTo>
                  <a:lnTo>
                    <a:pt x="120463" y="487719"/>
                  </a:lnTo>
                  <a:lnTo>
                    <a:pt x="118899" y="495414"/>
                  </a:lnTo>
                  <a:lnTo>
                    <a:pt x="120463" y="503108"/>
                  </a:lnTo>
                  <a:lnTo>
                    <a:pt x="124720" y="509409"/>
                  </a:lnTo>
                  <a:lnTo>
                    <a:pt x="131021" y="513667"/>
                  </a:lnTo>
                  <a:lnTo>
                    <a:pt x="138715" y="515230"/>
                  </a:lnTo>
                  <a:lnTo>
                    <a:pt x="475597" y="515230"/>
                  </a:lnTo>
                  <a:lnTo>
                    <a:pt x="475597" y="554863"/>
                  </a:lnTo>
                  <a:lnTo>
                    <a:pt x="469360" y="585693"/>
                  </a:lnTo>
                  <a:lnTo>
                    <a:pt x="452359" y="610892"/>
                  </a:lnTo>
                  <a:lnTo>
                    <a:pt x="427161" y="627892"/>
                  </a:lnTo>
                  <a:lnTo>
                    <a:pt x="396331" y="634130"/>
                  </a:lnTo>
                  <a:close/>
                </a:path>
                <a:path w="475615" h="634365">
                  <a:moveTo>
                    <a:pt x="475597" y="158532"/>
                  </a:moveTo>
                  <a:lnTo>
                    <a:pt x="317065" y="158532"/>
                  </a:lnTo>
                  <a:lnTo>
                    <a:pt x="317065" y="0"/>
                  </a:lnTo>
                  <a:lnTo>
                    <a:pt x="475597" y="158532"/>
                  </a:lnTo>
                  <a:close/>
                </a:path>
                <a:path w="475615" h="634365">
                  <a:moveTo>
                    <a:pt x="475597" y="356698"/>
                  </a:moveTo>
                  <a:lnTo>
                    <a:pt x="336881" y="356698"/>
                  </a:lnTo>
                  <a:lnTo>
                    <a:pt x="344576" y="355134"/>
                  </a:lnTo>
                  <a:lnTo>
                    <a:pt x="350877" y="350877"/>
                  </a:lnTo>
                  <a:lnTo>
                    <a:pt x="355134" y="344576"/>
                  </a:lnTo>
                  <a:lnTo>
                    <a:pt x="356698" y="336881"/>
                  </a:lnTo>
                  <a:lnTo>
                    <a:pt x="355134" y="329187"/>
                  </a:lnTo>
                  <a:lnTo>
                    <a:pt x="350877" y="322886"/>
                  </a:lnTo>
                  <a:lnTo>
                    <a:pt x="344576" y="318628"/>
                  </a:lnTo>
                  <a:lnTo>
                    <a:pt x="336881" y="317065"/>
                  </a:lnTo>
                  <a:lnTo>
                    <a:pt x="475597" y="317065"/>
                  </a:lnTo>
                  <a:lnTo>
                    <a:pt x="475597" y="356698"/>
                  </a:lnTo>
                  <a:close/>
                </a:path>
                <a:path w="475615" h="634365">
                  <a:moveTo>
                    <a:pt x="475597" y="435964"/>
                  </a:moveTo>
                  <a:lnTo>
                    <a:pt x="336881" y="435964"/>
                  </a:lnTo>
                  <a:lnTo>
                    <a:pt x="344576" y="434400"/>
                  </a:lnTo>
                  <a:lnTo>
                    <a:pt x="350877" y="430143"/>
                  </a:lnTo>
                  <a:lnTo>
                    <a:pt x="355134" y="423842"/>
                  </a:lnTo>
                  <a:lnTo>
                    <a:pt x="356698" y="416147"/>
                  </a:lnTo>
                  <a:lnTo>
                    <a:pt x="355134" y="408453"/>
                  </a:lnTo>
                  <a:lnTo>
                    <a:pt x="350877" y="402152"/>
                  </a:lnTo>
                  <a:lnTo>
                    <a:pt x="344576" y="397894"/>
                  </a:lnTo>
                  <a:lnTo>
                    <a:pt x="336881" y="396331"/>
                  </a:lnTo>
                  <a:lnTo>
                    <a:pt x="475597" y="396331"/>
                  </a:lnTo>
                  <a:lnTo>
                    <a:pt x="475597" y="435964"/>
                  </a:lnTo>
                  <a:close/>
                </a:path>
                <a:path w="475615" h="634365">
                  <a:moveTo>
                    <a:pt x="475597" y="515230"/>
                  </a:moveTo>
                  <a:lnTo>
                    <a:pt x="336881" y="515230"/>
                  </a:lnTo>
                  <a:lnTo>
                    <a:pt x="344576" y="513667"/>
                  </a:lnTo>
                  <a:lnTo>
                    <a:pt x="350877" y="509409"/>
                  </a:lnTo>
                  <a:lnTo>
                    <a:pt x="355134" y="503108"/>
                  </a:lnTo>
                  <a:lnTo>
                    <a:pt x="356698" y="495414"/>
                  </a:lnTo>
                  <a:lnTo>
                    <a:pt x="355134" y="487719"/>
                  </a:lnTo>
                  <a:lnTo>
                    <a:pt x="350877" y="481418"/>
                  </a:lnTo>
                  <a:lnTo>
                    <a:pt x="344576" y="477161"/>
                  </a:lnTo>
                  <a:lnTo>
                    <a:pt x="336881" y="475597"/>
                  </a:lnTo>
                  <a:lnTo>
                    <a:pt x="475597" y="475597"/>
                  </a:lnTo>
                  <a:lnTo>
                    <a:pt x="475597" y="515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74" name="object 20">
            <a:extLst>
              <a:ext uri="{FF2B5EF4-FFF2-40B4-BE49-F238E27FC236}">
                <a16:creationId xmlns:a16="http://schemas.microsoft.com/office/drawing/2014/main" id="{5DC110AE-7202-0A66-667D-0C10C8C2819C}"/>
              </a:ext>
            </a:extLst>
          </p:cNvPr>
          <p:cNvSpPr txBox="1"/>
          <p:nvPr/>
        </p:nvSpPr>
        <p:spPr>
          <a:xfrm>
            <a:off x="602177" y="2020853"/>
            <a:ext cx="4805092" cy="1623094"/>
          </a:xfrm>
          <a:prstGeom prst="rect">
            <a:avLst/>
          </a:prstGeom>
        </p:spPr>
        <p:txBody>
          <a:bodyPr vert="horz" wrap="square" lIns="0" tIns="134197" rIns="0" bIns="0" rtlCol="0">
            <a:spAutoFit/>
          </a:bodyPr>
          <a:lstStyle/>
          <a:p>
            <a:pPr marL="8467">
              <a:spcBef>
                <a:spcPts val="1057"/>
              </a:spcBef>
            </a:pPr>
            <a:r>
              <a:rPr lang="en-US" altLang="ko-KR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Azure Migrate - </a:t>
            </a:r>
            <a:r>
              <a:rPr lang="ko-KR" altLang="en-US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검색 및 평가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 err="1">
                <a:latin typeface="SUIT" pitchFamily="2" charset="-127"/>
                <a:ea typeface="SUIT" pitchFamily="2" charset="-127"/>
                <a:cs typeface="Dotum"/>
              </a:rPr>
              <a:t>온프레미스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 환경을 자동으로 검색하고 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Azure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이전 준비도를 평가하는 핵심 도구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가상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/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물리 서버 자동 검색 및 매핑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CPU,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메모리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디스크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네트워크 성능 데이터 수집 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Azure VM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크기 권장 및 비용 예측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이전 준비도 및 호환성 평가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89" name="object 20">
            <a:extLst>
              <a:ext uri="{FF2B5EF4-FFF2-40B4-BE49-F238E27FC236}">
                <a16:creationId xmlns:a16="http://schemas.microsoft.com/office/drawing/2014/main" id="{AED560A5-ADF3-504D-457C-3C485DDF613D}"/>
              </a:ext>
            </a:extLst>
          </p:cNvPr>
          <p:cNvSpPr txBox="1"/>
          <p:nvPr/>
        </p:nvSpPr>
        <p:spPr>
          <a:xfrm>
            <a:off x="5942039" y="1979822"/>
            <a:ext cx="4805092" cy="1623094"/>
          </a:xfrm>
          <a:prstGeom prst="rect">
            <a:avLst/>
          </a:prstGeom>
        </p:spPr>
        <p:txBody>
          <a:bodyPr vert="horz" wrap="square" lIns="0" tIns="134197" rIns="0" bIns="0" rtlCol="0">
            <a:spAutoFit/>
          </a:bodyPr>
          <a:lstStyle/>
          <a:p>
            <a:pPr marL="8467">
              <a:spcBef>
                <a:spcPts val="1057"/>
              </a:spcBef>
            </a:pPr>
            <a:r>
              <a:rPr lang="ko-KR" altLang="en-US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소프트웨어 및 서비스 종속성 분석</a:t>
            </a:r>
            <a:r>
              <a:rPr lang="en-US" altLang="ko-KR" sz="1100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( </a:t>
            </a:r>
            <a:r>
              <a:rPr lang="ko-KR" altLang="en-US" sz="1100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에이전트 설치 </a:t>
            </a:r>
            <a:r>
              <a:rPr lang="en-US" altLang="ko-KR" sz="1100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– Optional)</a:t>
            </a:r>
            <a:endParaRPr lang="ko-KR" altLang="en-US" sz="1100" b="1" dirty="0">
              <a:solidFill>
                <a:srgbClr val="0070C0"/>
              </a:solidFill>
              <a:latin typeface="SUIT SemiBold" pitchFamily="2" charset="-127"/>
              <a:ea typeface="SUIT SemiBold" pitchFamily="2" charset="-127"/>
              <a:cs typeface="Dotum"/>
            </a:endParaRP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서버 간 통신 패턴과 애플리케이션 종속성을 </a:t>
            </a:r>
            <a:r>
              <a:rPr lang="ko-KR" altLang="en-US" sz="1050" dirty="0" err="1">
                <a:latin typeface="SUIT" pitchFamily="2" charset="-127"/>
                <a:ea typeface="SUIT" pitchFamily="2" charset="-127"/>
                <a:cs typeface="Dotum"/>
              </a:rPr>
              <a:t>시각화하여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 마이그레이션 계획 수립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서버 간 통신 흐름 자동 매핑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설치된 소프트웨어 및 서비스 인벤토리 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마이그레이션 그룹 식별 및 제안 잠재적 병목 지점 및 위험 요소 파악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90" name="object 20">
            <a:extLst>
              <a:ext uri="{FF2B5EF4-FFF2-40B4-BE49-F238E27FC236}">
                <a16:creationId xmlns:a16="http://schemas.microsoft.com/office/drawing/2014/main" id="{C1C7FC23-5A73-250F-1F82-4D19AD711AEE}"/>
              </a:ext>
            </a:extLst>
          </p:cNvPr>
          <p:cNvSpPr txBox="1"/>
          <p:nvPr/>
        </p:nvSpPr>
        <p:spPr>
          <a:xfrm>
            <a:off x="578731" y="4802151"/>
            <a:ext cx="4805092" cy="1017800"/>
          </a:xfrm>
          <a:prstGeom prst="rect">
            <a:avLst/>
          </a:prstGeom>
        </p:spPr>
        <p:txBody>
          <a:bodyPr vert="horz" wrap="square" lIns="0" tIns="134197" rIns="0" bIns="0" rtlCol="0">
            <a:spAutoFit/>
          </a:bodyPr>
          <a:lstStyle/>
          <a:p>
            <a:pPr marL="8467">
              <a:spcBef>
                <a:spcPts val="1057"/>
              </a:spcBef>
            </a:pPr>
            <a:r>
              <a:rPr lang="en-US" altLang="ko-KR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TCO </a:t>
            </a:r>
            <a:r>
              <a:rPr lang="ko-KR" altLang="en-US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계산기 </a:t>
            </a:r>
            <a:r>
              <a:rPr lang="en-US" altLang="ko-KR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(</a:t>
            </a:r>
            <a:r>
              <a:rPr lang="ko-KR" altLang="en-US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총소유비용 산정</a:t>
            </a:r>
            <a:r>
              <a:rPr lang="en-US" altLang="ko-KR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)</a:t>
            </a:r>
            <a:endParaRPr lang="ko-KR" altLang="en-US" b="1" dirty="0">
              <a:solidFill>
                <a:srgbClr val="0070C0"/>
              </a:solidFill>
              <a:latin typeface="SUIT SemiBold" pitchFamily="2" charset="-127"/>
              <a:ea typeface="SUIT SemiBold" pitchFamily="2" charset="-127"/>
              <a:cs typeface="Dotum"/>
            </a:endParaRP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 err="1">
                <a:latin typeface="SUIT" pitchFamily="2" charset="-127"/>
                <a:ea typeface="SUIT" pitchFamily="2" charset="-127"/>
                <a:cs typeface="Dotum"/>
              </a:rPr>
              <a:t>온프레미스와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Azure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환경의 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5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년간 총소유비용을 비교 분석하는 도구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하드웨어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소프트웨어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데이터센터</a:t>
            </a:r>
            <a:r>
              <a:rPr lang="en-US" altLang="ko-KR" sz="1050" dirty="0">
                <a:latin typeface="SUIT" pitchFamily="2" charset="-127"/>
                <a:ea typeface="SUIT" pitchFamily="2" charset="-127"/>
                <a:cs typeface="Dotum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인건비 분석 예약 인스턴스 및 하이브리드 혜택 적용</a:t>
            </a:r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A512BEA5-0A2F-C106-4822-B5AB8F45BE4A}"/>
              </a:ext>
            </a:extLst>
          </p:cNvPr>
          <p:cNvSpPr txBox="1"/>
          <p:nvPr/>
        </p:nvSpPr>
        <p:spPr>
          <a:xfrm>
            <a:off x="5927382" y="4813877"/>
            <a:ext cx="4805092" cy="1017800"/>
          </a:xfrm>
          <a:prstGeom prst="rect">
            <a:avLst/>
          </a:prstGeom>
        </p:spPr>
        <p:txBody>
          <a:bodyPr vert="horz" wrap="square" lIns="0" tIns="134197" rIns="0" bIns="0" rtlCol="0">
            <a:spAutoFit/>
          </a:bodyPr>
          <a:lstStyle/>
          <a:p>
            <a:pPr marL="8467">
              <a:spcBef>
                <a:spcPts val="1057"/>
              </a:spcBef>
            </a:pPr>
            <a:r>
              <a:rPr lang="ko-KR" altLang="en-US" b="1" dirty="0">
                <a:solidFill>
                  <a:srgbClr val="0070C0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평가 리포트 자동 생성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수집된 데이터를 기반으로 종합 평가 보고서와 마이그레이션 로드맵 제공</a:t>
            </a:r>
          </a:p>
          <a:p>
            <a:pPr marL="179917" indent="-171450">
              <a:spcBef>
                <a:spcPts val="1057"/>
              </a:spcBef>
              <a:buFont typeface="Wingdings" panose="05000000000000000000" pitchFamily="2" charset="2"/>
              <a:buChar char="ü"/>
            </a:pPr>
            <a:r>
              <a:rPr lang="ko-KR" altLang="en-US" sz="1050" dirty="0">
                <a:latin typeface="SUIT" pitchFamily="2" charset="-127"/>
                <a:ea typeface="SUIT" pitchFamily="2" charset="-127"/>
                <a:cs typeface="Dotum"/>
              </a:rPr>
              <a:t>경영진용 요약 및 상세 기술 보고서 자산별 마이그레이션 준비도 평가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57DBDAE-379F-57A0-F7A8-C1DF3C4F415C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07.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주요 자동화 평가 도구</a:t>
            </a:r>
          </a:p>
        </p:txBody>
      </p:sp>
    </p:spTree>
    <p:extLst>
      <p:ext uri="{BB962C8B-B14F-4D97-AF65-F5344CB8AC3E}">
        <p14:creationId xmlns:p14="http://schemas.microsoft.com/office/powerpoint/2010/main" val="101596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C45D-6DF3-6E49-E537-3356611E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E6095D-EDAE-BE0B-7CD4-E438878DAA1D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AB5BC6-CBEF-E094-BCDA-0524926D253A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03BD7622-CD35-34F1-48FB-A10E5AD87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3C2062-E7E1-13D2-EE69-E75D4803E9A4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pSp>
        <p:nvGrpSpPr>
          <p:cNvPr id="2" name="object 2">
            <a:extLst>
              <a:ext uri="{FF2B5EF4-FFF2-40B4-BE49-F238E27FC236}">
                <a16:creationId xmlns:a16="http://schemas.microsoft.com/office/drawing/2014/main" id="{F87962D3-122F-A0CC-1870-FDEF0AF95ED2}"/>
              </a:ext>
            </a:extLst>
          </p:cNvPr>
          <p:cNvGrpSpPr/>
          <p:nvPr/>
        </p:nvGrpSpPr>
        <p:grpSpPr>
          <a:xfrm>
            <a:off x="507999" y="4373642"/>
            <a:ext cx="11176000" cy="914400"/>
            <a:chOff x="761999" y="5524499"/>
            <a:chExt cx="16764000" cy="13716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2A5ED35E-DF46-9CAA-86F4-60BC1F0E8F1D}"/>
                </a:ext>
              </a:extLst>
            </p:cNvPr>
            <p:cNvSpPr/>
            <p:nvPr/>
          </p:nvSpPr>
          <p:spPr>
            <a:xfrm>
              <a:off x="761999" y="5543550"/>
              <a:ext cx="16764000" cy="1352550"/>
            </a:xfrm>
            <a:custGeom>
              <a:avLst/>
              <a:gdLst/>
              <a:ahLst/>
              <a:cxnLst/>
              <a:rect l="l" t="t" r="r" b="b"/>
              <a:pathLst>
                <a:path w="16764000" h="1352550">
                  <a:moveTo>
                    <a:pt x="16692802" y="1352548"/>
                  </a:moveTo>
                  <a:lnTo>
                    <a:pt x="71196" y="1352548"/>
                  </a:lnTo>
                  <a:lnTo>
                    <a:pt x="66241" y="1352059"/>
                  </a:lnTo>
                  <a:lnTo>
                    <a:pt x="29705" y="1336926"/>
                  </a:lnTo>
                  <a:lnTo>
                    <a:pt x="3885" y="1300886"/>
                  </a:lnTo>
                  <a:lnTo>
                    <a:pt x="0" y="1281352"/>
                  </a:lnTo>
                  <a:lnTo>
                    <a:pt x="0" y="1276349"/>
                  </a:lnTo>
                  <a:lnTo>
                    <a:pt x="0" y="53396"/>
                  </a:lnTo>
                  <a:lnTo>
                    <a:pt x="18780" y="19391"/>
                  </a:lnTo>
                  <a:lnTo>
                    <a:pt x="56426" y="1829"/>
                  </a:lnTo>
                  <a:lnTo>
                    <a:pt x="71196" y="0"/>
                  </a:lnTo>
                  <a:lnTo>
                    <a:pt x="16692802" y="0"/>
                  </a:lnTo>
                  <a:lnTo>
                    <a:pt x="16734292" y="11715"/>
                  </a:lnTo>
                  <a:lnTo>
                    <a:pt x="16761557" y="42318"/>
                  </a:lnTo>
                  <a:lnTo>
                    <a:pt x="16763997" y="53396"/>
                  </a:lnTo>
                  <a:lnTo>
                    <a:pt x="16763997" y="1281352"/>
                  </a:lnTo>
                  <a:lnTo>
                    <a:pt x="16748374" y="1322843"/>
                  </a:lnTo>
                  <a:lnTo>
                    <a:pt x="16712334" y="1348662"/>
                  </a:lnTo>
                  <a:lnTo>
                    <a:pt x="16697757" y="1352060"/>
                  </a:lnTo>
                  <a:lnTo>
                    <a:pt x="16692802" y="1352548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F0D36831-01CB-36CE-A74F-826EDC2EEF05}"/>
                </a:ext>
              </a:extLst>
            </p:cNvPr>
            <p:cNvSpPr/>
            <p:nvPr/>
          </p:nvSpPr>
          <p:spPr>
            <a:xfrm>
              <a:off x="762278" y="5524499"/>
              <a:ext cx="16764000" cy="70485"/>
            </a:xfrm>
            <a:custGeom>
              <a:avLst/>
              <a:gdLst/>
              <a:ahLst/>
              <a:cxnLst/>
              <a:rect l="l" t="t" r="r" b="b"/>
              <a:pathLst>
                <a:path w="16764000" h="70485">
                  <a:moveTo>
                    <a:pt x="0" y="70451"/>
                  </a:moveTo>
                  <a:lnTo>
                    <a:pt x="12551" y="33856"/>
                  </a:lnTo>
                  <a:lnTo>
                    <a:pt x="46761" y="5799"/>
                  </a:lnTo>
                  <a:lnTo>
                    <a:pt x="75921" y="0"/>
                  </a:lnTo>
                  <a:lnTo>
                    <a:pt x="16687521" y="0"/>
                  </a:lnTo>
                  <a:lnTo>
                    <a:pt x="16729862" y="12829"/>
                  </a:lnTo>
                  <a:lnTo>
                    <a:pt x="16753429" y="38099"/>
                  </a:lnTo>
                  <a:lnTo>
                    <a:pt x="75921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5" y="66286"/>
                  </a:lnTo>
                  <a:lnTo>
                    <a:pt x="0" y="70451"/>
                  </a:lnTo>
                  <a:close/>
                </a:path>
                <a:path w="16764000" h="70485">
                  <a:moveTo>
                    <a:pt x="16763443" y="70451"/>
                  </a:moveTo>
                  <a:lnTo>
                    <a:pt x="16729862" y="44514"/>
                  </a:lnTo>
                  <a:lnTo>
                    <a:pt x="16687521" y="38099"/>
                  </a:lnTo>
                  <a:lnTo>
                    <a:pt x="16753429" y="38099"/>
                  </a:lnTo>
                  <a:lnTo>
                    <a:pt x="16763358" y="68693"/>
                  </a:lnTo>
                  <a:lnTo>
                    <a:pt x="16763443" y="7045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1378308-CFF6-22E7-589A-CF91503C13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553" y="5829299"/>
              <a:ext cx="130961" cy="190499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40985B7-1614-6B0B-DB69-5382385C5742}"/>
              </a:ext>
            </a:extLst>
          </p:cNvPr>
          <p:cNvSpPr txBox="1"/>
          <p:nvPr/>
        </p:nvSpPr>
        <p:spPr>
          <a:xfrm>
            <a:off x="823383" y="4539165"/>
            <a:ext cx="2236340" cy="254343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평가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프로세스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핵심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33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포인트</a:t>
            </a:r>
            <a:endParaRPr sz="1600" b="1" dirty="0">
              <a:latin typeface="SUIT SemiBold" pitchFamily="2" charset="-127"/>
              <a:ea typeface="SUIT SemiBold" pitchFamily="2" charset="-127"/>
              <a:cs typeface="Malgun Gothic"/>
            </a:endParaRPr>
          </a:p>
        </p:txBody>
      </p:sp>
      <p:grpSp>
        <p:nvGrpSpPr>
          <p:cNvPr id="10" name="object 8">
            <a:extLst>
              <a:ext uri="{FF2B5EF4-FFF2-40B4-BE49-F238E27FC236}">
                <a16:creationId xmlns:a16="http://schemas.microsoft.com/office/drawing/2014/main" id="{6C54A7BD-B776-30FC-DB9F-D23F3B680D01}"/>
              </a:ext>
            </a:extLst>
          </p:cNvPr>
          <p:cNvGrpSpPr/>
          <p:nvPr/>
        </p:nvGrpSpPr>
        <p:grpSpPr>
          <a:xfrm>
            <a:off x="660400" y="4830842"/>
            <a:ext cx="7600950" cy="254000"/>
            <a:chOff x="990599" y="6210299"/>
            <a:chExt cx="11401425" cy="381000"/>
          </a:xfrm>
        </p:grpSpPr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A96DF511-944A-7771-3671-06557BBBA892}"/>
                </a:ext>
              </a:extLst>
            </p:cNvPr>
            <p:cNvSpPr/>
            <p:nvPr/>
          </p:nvSpPr>
          <p:spPr>
            <a:xfrm>
              <a:off x="990599" y="6210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5" y="92570"/>
                  </a:lnTo>
                  <a:lnTo>
                    <a:pt x="55796" y="55795"/>
                  </a:lnTo>
                  <a:lnTo>
                    <a:pt x="92572" y="27094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4"/>
                  </a:lnTo>
                  <a:lnTo>
                    <a:pt x="325203" y="55795"/>
                  </a:lnTo>
                  <a:lnTo>
                    <a:pt x="353904" y="92570"/>
                  </a:lnTo>
                  <a:lnTo>
                    <a:pt x="372799" y="135198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b="1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71470205-21E0-2743-7F98-CFC86C7BD3C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899" y="6324599"/>
              <a:ext cx="152399" cy="152399"/>
            </a:xfrm>
            <a:prstGeom prst="rect">
              <a:avLst/>
            </a:prstGeom>
          </p:spPr>
        </p:pic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84B3C370-93EC-5942-A80A-A6CE0D409E39}"/>
                </a:ext>
              </a:extLst>
            </p:cNvPr>
            <p:cNvSpPr/>
            <p:nvPr/>
          </p:nvSpPr>
          <p:spPr>
            <a:xfrm>
              <a:off x="6505574" y="6210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4" y="92570"/>
                  </a:lnTo>
                  <a:lnTo>
                    <a:pt x="55795" y="55795"/>
                  </a:lnTo>
                  <a:lnTo>
                    <a:pt x="92571" y="27094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4"/>
                  </a:lnTo>
                  <a:lnTo>
                    <a:pt x="325203" y="55795"/>
                  </a:lnTo>
                  <a:lnTo>
                    <a:pt x="353903" y="92570"/>
                  </a:lnTo>
                  <a:lnTo>
                    <a:pt x="372798" y="135198"/>
                  </a:lnTo>
                  <a:lnTo>
                    <a:pt x="380770" y="181140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b="1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8E224585-DE99-CDCA-B9A2-0DC7B59DDF4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4607" y="6324599"/>
              <a:ext cx="142934" cy="152161"/>
            </a:xfrm>
            <a:prstGeom prst="rect">
              <a:avLst/>
            </a:prstGeom>
          </p:spPr>
        </p:pic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C99EE749-E426-B319-B9AA-2280A4551F63}"/>
                </a:ext>
              </a:extLst>
            </p:cNvPr>
            <p:cNvSpPr/>
            <p:nvPr/>
          </p:nvSpPr>
          <p:spPr>
            <a:xfrm>
              <a:off x="12011024" y="6210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2" y="296335"/>
                  </a:lnTo>
                  <a:lnTo>
                    <a:pt x="11129" y="254666"/>
                  </a:lnTo>
                  <a:lnTo>
                    <a:pt x="913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199" y="135198"/>
                  </a:lnTo>
                  <a:lnTo>
                    <a:pt x="27093" y="92570"/>
                  </a:lnTo>
                  <a:lnTo>
                    <a:pt x="55795" y="55795"/>
                  </a:lnTo>
                  <a:lnTo>
                    <a:pt x="92571" y="27094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4"/>
                  </a:lnTo>
                  <a:lnTo>
                    <a:pt x="325202" y="55795"/>
                  </a:lnTo>
                  <a:lnTo>
                    <a:pt x="353901" y="92570"/>
                  </a:lnTo>
                  <a:lnTo>
                    <a:pt x="372797" y="135198"/>
                  </a:lnTo>
                  <a:lnTo>
                    <a:pt x="380770" y="181140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7" y="245799"/>
                  </a:lnTo>
                  <a:lnTo>
                    <a:pt x="353901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b="1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EB96C044-08AC-4423-7A3C-43CF0C5AC35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30086" y="6334113"/>
              <a:ext cx="142874" cy="133372"/>
            </a:xfrm>
            <a:prstGeom prst="rect">
              <a:avLst/>
            </a:prstGeom>
          </p:spPr>
        </p:pic>
      </p:grpSp>
      <p:sp>
        <p:nvSpPr>
          <p:cNvPr id="19" name="object 15">
            <a:extLst>
              <a:ext uri="{FF2B5EF4-FFF2-40B4-BE49-F238E27FC236}">
                <a16:creationId xmlns:a16="http://schemas.microsoft.com/office/drawing/2014/main" id="{5A1A4DB0-7D4B-4E25-C634-7935B7F4C529}"/>
              </a:ext>
            </a:extLst>
          </p:cNvPr>
          <p:cNvSpPr txBox="1"/>
          <p:nvPr/>
        </p:nvSpPr>
        <p:spPr>
          <a:xfrm>
            <a:off x="1007533" y="4787839"/>
            <a:ext cx="2500598" cy="411224"/>
          </a:xfrm>
          <a:prstGeom prst="rect">
            <a:avLst/>
          </a:prstGeom>
        </p:spPr>
        <p:txBody>
          <a:bodyPr vert="horz" wrap="square" lIns="0" tIns="49107" rIns="0" bIns="0" rtlCol="0">
            <a:spAutoFit/>
          </a:bodyPr>
          <a:lstStyle/>
          <a:p>
            <a:pPr marL="8467">
              <a:spcBef>
                <a:spcPts val="387"/>
              </a:spcBef>
            </a:pP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최소</a:t>
            </a:r>
            <a:r>
              <a:rPr sz="1100" b="1" spc="-8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5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Trebuchet MS"/>
              </a:rPr>
              <a:t>1-</a:t>
            </a:r>
            <a:r>
              <a:rPr sz="1100" b="1" spc="-136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Trebuchet MS"/>
              </a:rPr>
              <a:t>2</a:t>
            </a:r>
            <a:r>
              <a:rPr sz="1100" b="1" spc="-136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주간</a:t>
            </a:r>
            <a:r>
              <a:rPr sz="1100" b="1" spc="-8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데이터</a:t>
            </a:r>
            <a:r>
              <a:rPr sz="1100" b="1" spc="-8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수집</a:t>
            </a:r>
            <a:endParaRPr sz="1100" b="1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303"/>
              </a:spcBef>
            </a:pP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정확한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평가를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위해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충분한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성능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데이터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확보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0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필요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981EE1AC-60F3-0167-4886-84D1047283BC}"/>
              </a:ext>
            </a:extLst>
          </p:cNvPr>
          <p:cNvSpPr txBox="1"/>
          <p:nvPr/>
        </p:nvSpPr>
        <p:spPr>
          <a:xfrm>
            <a:off x="4681999" y="4787839"/>
            <a:ext cx="2088077" cy="411224"/>
          </a:xfrm>
          <a:prstGeom prst="rect">
            <a:avLst/>
          </a:prstGeom>
        </p:spPr>
        <p:txBody>
          <a:bodyPr vert="horz" wrap="square" lIns="0" tIns="49107" rIns="0" bIns="0" rtlCol="0">
            <a:spAutoFit/>
          </a:bodyPr>
          <a:lstStyle/>
          <a:p>
            <a:pPr marL="8467">
              <a:spcBef>
                <a:spcPts val="387"/>
              </a:spcBef>
            </a:pP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읽기</a:t>
            </a:r>
            <a:r>
              <a:rPr sz="1100" b="1" spc="-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전용</a:t>
            </a:r>
            <a:r>
              <a:rPr sz="1100" b="1" spc="-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접근</a:t>
            </a:r>
            <a:r>
              <a:rPr sz="1100" b="1" spc="-8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권한</a:t>
            </a:r>
            <a:endParaRPr sz="1100" b="1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303"/>
              </a:spcBef>
            </a:pP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운영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시스템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영향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없이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안전한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데이터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0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수집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3FFABA8E-070E-D270-450F-8FE857BBE01B}"/>
              </a:ext>
            </a:extLst>
          </p:cNvPr>
          <p:cNvSpPr txBox="1"/>
          <p:nvPr/>
        </p:nvSpPr>
        <p:spPr>
          <a:xfrm>
            <a:off x="8356566" y="4787839"/>
            <a:ext cx="2422803" cy="411224"/>
          </a:xfrm>
          <a:prstGeom prst="rect">
            <a:avLst/>
          </a:prstGeom>
        </p:spPr>
        <p:txBody>
          <a:bodyPr vert="horz" wrap="square" lIns="0" tIns="49107" rIns="0" bIns="0" rtlCol="0">
            <a:spAutoFit/>
          </a:bodyPr>
          <a:lstStyle/>
          <a:p>
            <a:pPr marL="8467">
              <a:spcBef>
                <a:spcPts val="387"/>
              </a:spcBef>
            </a:pP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평가</a:t>
            </a:r>
            <a:r>
              <a:rPr sz="1100" b="1" spc="-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7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반복</a:t>
            </a:r>
            <a:r>
              <a:rPr sz="1100" b="1" spc="-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100" b="1" spc="-1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가능</a:t>
            </a:r>
            <a:endParaRPr sz="1100" b="1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303"/>
              </a:spcBef>
            </a:pP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다양한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시나리오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옵션으로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여러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평가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생성</a:t>
            </a:r>
            <a:r>
              <a:rPr sz="1000" spc="-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0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가능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DFA662E5-4965-B114-4852-78D913A92D93}"/>
              </a:ext>
            </a:extLst>
          </p:cNvPr>
          <p:cNvSpPr/>
          <p:nvPr/>
        </p:nvSpPr>
        <p:spPr>
          <a:xfrm>
            <a:off x="1193799" y="1757442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4" y="1047749"/>
                </a:moveTo>
                <a:lnTo>
                  <a:pt x="485340" y="1046330"/>
                </a:lnTo>
                <a:lnTo>
                  <a:pt x="447006" y="1042079"/>
                </a:lnTo>
                <a:lnTo>
                  <a:pt x="409089" y="1035020"/>
                </a:lnTo>
                <a:lnTo>
                  <a:pt x="371801" y="1025191"/>
                </a:lnTo>
                <a:lnTo>
                  <a:pt x="335338" y="1012648"/>
                </a:lnTo>
                <a:lnTo>
                  <a:pt x="299889" y="997452"/>
                </a:lnTo>
                <a:lnTo>
                  <a:pt x="265654" y="979689"/>
                </a:lnTo>
                <a:lnTo>
                  <a:pt x="232825" y="959460"/>
                </a:lnTo>
                <a:lnTo>
                  <a:pt x="201573" y="936872"/>
                </a:lnTo>
                <a:lnTo>
                  <a:pt x="172061" y="912041"/>
                </a:lnTo>
                <a:lnTo>
                  <a:pt x="144457" y="885105"/>
                </a:lnTo>
                <a:lnTo>
                  <a:pt x="118914" y="856217"/>
                </a:lnTo>
                <a:lnTo>
                  <a:pt x="95564" y="825529"/>
                </a:lnTo>
                <a:lnTo>
                  <a:pt x="74531" y="793200"/>
                </a:lnTo>
                <a:lnTo>
                  <a:pt x="55934" y="759411"/>
                </a:lnTo>
                <a:lnTo>
                  <a:pt x="39877" y="724352"/>
                </a:lnTo>
                <a:lnTo>
                  <a:pt x="26441" y="688208"/>
                </a:lnTo>
                <a:lnTo>
                  <a:pt x="15699" y="651166"/>
                </a:lnTo>
                <a:lnTo>
                  <a:pt x="7711" y="613433"/>
                </a:lnTo>
                <a:lnTo>
                  <a:pt x="2522" y="575223"/>
                </a:lnTo>
                <a:lnTo>
                  <a:pt x="157" y="536735"/>
                </a:lnTo>
                <a:lnTo>
                  <a:pt x="0" y="523874"/>
                </a:lnTo>
                <a:lnTo>
                  <a:pt x="157" y="511014"/>
                </a:lnTo>
                <a:lnTo>
                  <a:pt x="2522" y="472526"/>
                </a:lnTo>
                <a:lnTo>
                  <a:pt x="7711" y="434316"/>
                </a:lnTo>
                <a:lnTo>
                  <a:pt x="15699" y="396583"/>
                </a:lnTo>
                <a:lnTo>
                  <a:pt x="26441" y="359541"/>
                </a:lnTo>
                <a:lnTo>
                  <a:pt x="39877" y="323396"/>
                </a:lnTo>
                <a:lnTo>
                  <a:pt x="55934" y="288338"/>
                </a:lnTo>
                <a:lnTo>
                  <a:pt x="74531" y="254549"/>
                </a:lnTo>
                <a:lnTo>
                  <a:pt x="95564" y="222220"/>
                </a:lnTo>
                <a:lnTo>
                  <a:pt x="118914" y="191532"/>
                </a:lnTo>
                <a:lnTo>
                  <a:pt x="144457" y="162644"/>
                </a:lnTo>
                <a:lnTo>
                  <a:pt x="172061" y="135708"/>
                </a:lnTo>
                <a:lnTo>
                  <a:pt x="201573" y="110877"/>
                </a:lnTo>
                <a:lnTo>
                  <a:pt x="232825" y="88288"/>
                </a:lnTo>
                <a:lnTo>
                  <a:pt x="265654" y="68059"/>
                </a:lnTo>
                <a:lnTo>
                  <a:pt x="299889" y="50297"/>
                </a:lnTo>
                <a:lnTo>
                  <a:pt x="335338" y="35101"/>
                </a:lnTo>
                <a:lnTo>
                  <a:pt x="371801" y="22558"/>
                </a:lnTo>
                <a:lnTo>
                  <a:pt x="409089" y="12729"/>
                </a:lnTo>
                <a:lnTo>
                  <a:pt x="447006" y="5669"/>
                </a:lnTo>
                <a:lnTo>
                  <a:pt x="485340" y="1419"/>
                </a:lnTo>
                <a:lnTo>
                  <a:pt x="523874" y="0"/>
                </a:lnTo>
                <a:lnTo>
                  <a:pt x="536735" y="157"/>
                </a:lnTo>
                <a:lnTo>
                  <a:pt x="575223" y="2522"/>
                </a:lnTo>
                <a:lnTo>
                  <a:pt x="613433" y="7711"/>
                </a:lnTo>
                <a:lnTo>
                  <a:pt x="651166" y="15699"/>
                </a:lnTo>
                <a:lnTo>
                  <a:pt x="688208" y="26441"/>
                </a:lnTo>
                <a:lnTo>
                  <a:pt x="724353" y="39877"/>
                </a:lnTo>
                <a:lnTo>
                  <a:pt x="759411" y="55935"/>
                </a:lnTo>
                <a:lnTo>
                  <a:pt x="793200" y="74531"/>
                </a:lnTo>
                <a:lnTo>
                  <a:pt x="825529" y="95564"/>
                </a:lnTo>
                <a:lnTo>
                  <a:pt x="856217" y="118914"/>
                </a:lnTo>
                <a:lnTo>
                  <a:pt x="885105" y="144457"/>
                </a:lnTo>
                <a:lnTo>
                  <a:pt x="912041" y="172061"/>
                </a:lnTo>
                <a:lnTo>
                  <a:pt x="936872" y="201573"/>
                </a:lnTo>
                <a:lnTo>
                  <a:pt x="959460" y="232825"/>
                </a:lnTo>
                <a:lnTo>
                  <a:pt x="979689" y="265654"/>
                </a:lnTo>
                <a:lnTo>
                  <a:pt x="997452" y="299889"/>
                </a:lnTo>
                <a:lnTo>
                  <a:pt x="1012647" y="335338"/>
                </a:lnTo>
                <a:lnTo>
                  <a:pt x="1025191" y="371801"/>
                </a:lnTo>
                <a:lnTo>
                  <a:pt x="1035020" y="409089"/>
                </a:lnTo>
                <a:lnTo>
                  <a:pt x="1042080" y="447006"/>
                </a:lnTo>
                <a:lnTo>
                  <a:pt x="1046330" y="485340"/>
                </a:lnTo>
                <a:lnTo>
                  <a:pt x="1047749" y="523874"/>
                </a:lnTo>
                <a:lnTo>
                  <a:pt x="1047592" y="536735"/>
                </a:lnTo>
                <a:lnTo>
                  <a:pt x="1045227" y="575223"/>
                </a:lnTo>
                <a:lnTo>
                  <a:pt x="1040037" y="613433"/>
                </a:lnTo>
                <a:lnTo>
                  <a:pt x="1032050" y="651166"/>
                </a:lnTo>
                <a:lnTo>
                  <a:pt x="1021307" y="688208"/>
                </a:lnTo>
                <a:lnTo>
                  <a:pt x="1007872" y="724352"/>
                </a:lnTo>
                <a:lnTo>
                  <a:pt x="991814" y="759411"/>
                </a:lnTo>
                <a:lnTo>
                  <a:pt x="973217" y="793200"/>
                </a:lnTo>
                <a:lnTo>
                  <a:pt x="952184" y="825529"/>
                </a:lnTo>
                <a:lnTo>
                  <a:pt x="928835" y="856217"/>
                </a:lnTo>
                <a:lnTo>
                  <a:pt x="903292" y="885105"/>
                </a:lnTo>
                <a:lnTo>
                  <a:pt x="875688" y="912041"/>
                </a:lnTo>
                <a:lnTo>
                  <a:pt x="846176" y="936872"/>
                </a:lnTo>
                <a:lnTo>
                  <a:pt x="814924" y="959460"/>
                </a:lnTo>
                <a:lnTo>
                  <a:pt x="782095" y="979689"/>
                </a:lnTo>
                <a:lnTo>
                  <a:pt x="747860" y="997452"/>
                </a:lnTo>
                <a:lnTo>
                  <a:pt x="712411" y="1012648"/>
                </a:lnTo>
                <a:lnTo>
                  <a:pt x="675947" y="1025191"/>
                </a:lnTo>
                <a:lnTo>
                  <a:pt x="638660" y="1035020"/>
                </a:lnTo>
                <a:lnTo>
                  <a:pt x="600743" y="1042079"/>
                </a:lnTo>
                <a:lnTo>
                  <a:pt x="562409" y="1046330"/>
                </a:lnTo>
                <a:lnTo>
                  <a:pt x="523874" y="10477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grpSp>
        <p:nvGrpSpPr>
          <p:cNvPr id="23" name="object 19">
            <a:extLst>
              <a:ext uri="{FF2B5EF4-FFF2-40B4-BE49-F238E27FC236}">
                <a16:creationId xmlns:a16="http://schemas.microsoft.com/office/drawing/2014/main" id="{EB334EF6-7ED7-E69F-8F32-C9B74E4A097B}"/>
              </a:ext>
            </a:extLst>
          </p:cNvPr>
          <p:cNvGrpSpPr/>
          <p:nvPr/>
        </p:nvGrpSpPr>
        <p:grpSpPr>
          <a:xfrm>
            <a:off x="507999" y="2862342"/>
            <a:ext cx="2070100" cy="901700"/>
            <a:chOff x="761999" y="3257549"/>
            <a:chExt cx="3105150" cy="1352550"/>
          </a:xfrm>
        </p:grpSpPr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81623A62-5E32-A667-AA12-92DE573BE99C}"/>
                </a:ext>
              </a:extLst>
            </p:cNvPr>
            <p:cNvSpPr/>
            <p:nvPr/>
          </p:nvSpPr>
          <p:spPr>
            <a:xfrm>
              <a:off x="781049" y="3257549"/>
              <a:ext cx="3086100" cy="1352550"/>
            </a:xfrm>
            <a:custGeom>
              <a:avLst/>
              <a:gdLst/>
              <a:ahLst/>
              <a:cxnLst/>
              <a:rect l="l" t="t" r="r" b="b"/>
              <a:pathLst>
                <a:path w="3086100" h="1352550">
                  <a:moveTo>
                    <a:pt x="3014902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014902" y="0"/>
                  </a:lnTo>
                  <a:lnTo>
                    <a:pt x="3019858" y="488"/>
                  </a:lnTo>
                  <a:lnTo>
                    <a:pt x="3056393" y="15621"/>
                  </a:lnTo>
                  <a:lnTo>
                    <a:pt x="3082213" y="51661"/>
                  </a:lnTo>
                  <a:lnTo>
                    <a:pt x="3086099" y="71196"/>
                  </a:lnTo>
                  <a:lnTo>
                    <a:pt x="3086099" y="1281353"/>
                  </a:lnTo>
                  <a:lnTo>
                    <a:pt x="3070477" y="1322844"/>
                  </a:lnTo>
                  <a:lnTo>
                    <a:pt x="3034437" y="1348663"/>
                  </a:lnTo>
                  <a:lnTo>
                    <a:pt x="3014902" y="13525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25" name="object 21">
              <a:extLst>
                <a:ext uri="{FF2B5EF4-FFF2-40B4-BE49-F238E27FC236}">
                  <a16:creationId xmlns:a16="http://schemas.microsoft.com/office/drawing/2014/main" id="{48422FF0-9C47-8AB4-B331-1481E255CF92}"/>
                </a:ext>
              </a:extLst>
            </p:cNvPr>
            <p:cNvSpPr/>
            <p:nvPr/>
          </p:nvSpPr>
          <p:spPr>
            <a:xfrm>
              <a:off x="761987" y="3257549"/>
              <a:ext cx="476250" cy="1352550"/>
            </a:xfrm>
            <a:custGeom>
              <a:avLst/>
              <a:gdLst/>
              <a:ahLst/>
              <a:cxnLst/>
              <a:rect l="l" t="t" r="r" b="b"/>
              <a:pathLst>
                <a:path w="476250" h="1352550">
                  <a:moveTo>
                    <a:pt x="3810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38100" y="1352550"/>
                  </a:lnTo>
                  <a:lnTo>
                    <a:pt x="38100" y="0"/>
                  </a:lnTo>
                  <a:close/>
                </a:path>
                <a:path w="476250" h="1352550">
                  <a:moveTo>
                    <a:pt x="476250" y="295275"/>
                  </a:moveTo>
                  <a:lnTo>
                    <a:pt x="470103" y="253809"/>
                  </a:lnTo>
                  <a:lnTo>
                    <a:pt x="452183" y="215900"/>
                  </a:lnTo>
                  <a:lnTo>
                    <a:pt x="424014" y="184835"/>
                  </a:lnTo>
                  <a:lnTo>
                    <a:pt x="388061" y="163283"/>
                  </a:lnTo>
                  <a:lnTo>
                    <a:pt x="347383" y="153098"/>
                  </a:lnTo>
                  <a:lnTo>
                    <a:pt x="333375" y="152400"/>
                  </a:lnTo>
                  <a:lnTo>
                    <a:pt x="326364" y="152577"/>
                  </a:lnTo>
                  <a:lnTo>
                    <a:pt x="285254" y="160756"/>
                  </a:lnTo>
                  <a:lnTo>
                    <a:pt x="248259" y="180530"/>
                  </a:lnTo>
                  <a:lnTo>
                    <a:pt x="218630" y="210159"/>
                  </a:lnTo>
                  <a:lnTo>
                    <a:pt x="198856" y="247154"/>
                  </a:lnTo>
                  <a:lnTo>
                    <a:pt x="190677" y="288264"/>
                  </a:lnTo>
                  <a:lnTo>
                    <a:pt x="190500" y="295275"/>
                  </a:lnTo>
                  <a:lnTo>
                    <a:pt x="190677" y="302298"/>
                  </a:lnTo>
                  <a:lnTo>
                    <a:pt x="198856" y="343408"/>
                  </a:lnTo>
                  <a:lnTo>
                    <a:pt x="218630" y="380403"/>
                  </a:lnTo>
                  <a:lnTo>
                    <a:pt x="248259" y="410032"/>
                  </a:lnTo>
                  <a:lnTo>
                    <a:pt x="285254" y="429806"/>
                  </a:lnTo>
                  <a:lnTo>
                    <a:pt x="326364" y="437984"/>
                  </a:lnTo>
                  <a:lnTo>
                    <a:pt x="333375" y="438150"/>
                  </a:lnTo>
                  <a:lnTo>
                    <a:pt x="340398" y="437984"/>
                  </a:lnTo>
                  <a:lnTo>
                    <a:pt x="381508" y="429806"/>
                  </a:lnTo>
                  <a:lnTo>
                    <a:pt x="418503" y="410032"/>
                  </a:lnTo>
                  <a:lnTo>
                    <a:pt x="448132" y="380403"/>
                  </a:lnTo>
                  <a:lnTo>
                    <a:pt x="467906" y="343408"/>
                  </a:lnTo>
                  <a:lnTo>
                    <a:pt x="476084" y="302298"/>
                  </a:lnTo>
                  <a:lnTo>
                    <a:pt x="476250" y="29527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26" name="object 22">
              <a:extLst>
                <a:ext uri="{FF2B5EF4-FFF2-40B4-BE49-F238E27FC236}">
                  <a16:creationId xmlns:a16="http://schemas.microsoft.com/office/drawing/2014/main" id="{02071E07-9AF2-E1B4-B623-A12AF513B05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3494484"/>
              <a:ext cx="133350" cy="116681"/>
            </a:xfrm>
            <a:prstGeom prst="rect">
              <a:avLst/>
            </a:prstGeom>
          </p:spPr>
        </p:pic>
      </p:grpSp>
      <p:sp>
        <p:nvSpPr>
          <p:cNvPr id="27" name="object 23">
            <a:extLst>
              <a:ext uri="{FF2B5EF4-FFF2-40B4-BE49-F238E27FC236}">
                <a16:creationId xmlns:a16="http://schemas.microsoft.com/office/drawing/2014/main" id="{1B18014C-B215-1FE7-13D6-310CFABC5EE0}"/>
              </a:ext>
            </a:extLst>
          </p:cNvPr>
          <p:cNvSpPr txBox="1"/>
          <p:nvPr/>
        </p:nvSpPr>
        <p:spPr>
          <a:xfrm>
            <a:off x="1475746" y="1871272"/>
            <a:ext cx="137160" cy="28304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767" b="1" spc="-53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767">
              <a:latin typeface="Trebuchet MS"/>
              <a:cs typeface="Trebuchet MS"/>
            </a:endParaRPr>
          </a:p>
        </p:txBody>
      </p:sp>
      <p:pic>
        <p:nvPicPr>
          <p:cNvPr id="30" name="object 24">
            <a:extLst>
              <a:ext uri="{FF2B5EF4-FFF2-40B4-BE49-F238E27FC236}">
                <a16:creationId xmlns:a16="http://schemas.microsoft.com/office/drawing/2014/main" id="{98EC04BC-E0A9-CEED-0E0B-ABC9F050D682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5900" y="2144792"/>
            <a:ext cx="114300" cy="152400"/>
          </a:xfrm>
          <a:prstGeom prst="rect">
            <a:avLst/>
          </a:prstGeom>
        </p:spPr>
      </p:pic>
      <p:sp>
        <p:nvSpPr>
          <p:cNvPr id="32" name="object 26">
            <a:extLst>
              <a:ext uri="{FF2B5EF4-FFF2-40B4-BE49-F238E27FC236}">
                <a16:creationId xmlns:a16="http://schemas.microsoft.com/office/drawing/2014/main" id="{E6B5DC6E-BC3B-1F29-2CF8-0B0EF6ED55B5}"/>
              </a:ext>
            </a:extLst>
          </p:cNvPr>
          <p:cNvSpPr txBox="1"/>
          <p:nvPr/>
        </p:nvSpPr>
        <p:spPr>
          <a:xfrm>
            <a:off x="893233" y="2980368"/>
            <a:ext cx="1037167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서버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인벤토리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현황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파악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33" name="object 27">
            <a:extLst>
              <a:ext uri="{FF2B5EF4-FFF2-40B4-BE49-F238E27FC236}">
                <a16:creationId xmlns:a16="http://schemas.microsoft.com/office/drawing/2014/main" id="{6D4E1950-5BDC-2B10-156B-4F2CB0E778B7}"/>
              </a:ext>
            </a:extLst>
          </p:cNvPr>
          <p:cNvGrpSpPr/>
          <p:nvPr/>
        </p:nvGrpSpPr>
        <p:grpSpPr>
          <a:xfrm>
            <a:off x="634999" y="3217942"/>
            <a:ext cx="190500" cy="444500"/>
            <a:chOff x="952499" y="3790949"/>
            <a:chExt cx="285750" cy="666750"/>
          </a:xfrm>
        </p:grpSpPr>
        <p:sp>
          <p:nvSpPr>
            <p:cNvPr id="34" name="object 28">
              <a:extLst>
                <a:ext uri="{FF2B5EF4-FFF2-40B4-BE49-F238E27FC236}">
                  <a16:creationId xmlns:a16="http://schemas.microsoft.com/office/drawing/2014/main" id="{23BA88BD-3822-B699-E8F8-FAFE13E97953}"/>
                </a:ext>
              </a:extLst>
            </p:cNvPr>
            <p:cNvSpPr/>
            <p:nvPr/>
          </p:nvSpPr>
          <p:spPr>
            <a:xfrm>
              <a:off x="952499" y="3790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35" name="object 29">
              <a:extLst>
                <a:ext uri="{FF2B5EF4-FFF2-40B4-BE49-F238E27FC236}">
                  <a16:creationId xmlns:a16="http://schemas.microsoft.com/office/drawing/2014/main" id="{48B18234-5815-A57F-F499-8962294B072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9649" y="3867149"/>
              <a:ext cx="166687" cy="133350"/>
            </a:xfrm>
            <a:prstGeom prst="rect">
              <a:avLst/>
            </a:prstGeom>
          </p:spPr>
        </p:pic>
        <p:sp>
          <p:nvSpPr>
            <p:cNvPr id="36" name="object 30">
              <a:extLst>
                <a:ext uri="{FF2B5EF4-FFF2-40B4-BE49-F238E27FC236}">
                  <a16:creationId xmlns:a16="http://schemas.microsoft.com/office/drawing/2014/main" id="{0FCD5196-D6BC-7AC2-D48E-742BBD8DF8CA}"/>
                </a:ext>
              </a:extLst>
            </p:cNvPr>
            <p:cNvSpPr/>
            <p:nvPr/>
          </p:nvSpPr>
          <p:spPr>
            <a:xfrm>
              <a:off x="952499" y="4171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37" name="object 31">
              <a:extLst>
                <a:ext uri="{FF2B5EF4-FFF2-40B4-BE49-F238E27FC236}">
                  <a16:creationId xmlns:a16="http://schemas.microsoft.com/office/drawing/2014/main" id="{F9EF1399-F8E1-5B6B-9940-A87486FFBA6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2841" y="4248149"/>
              <a:ext cx="125067" cy="133141"/>
            </a:xfrm>
            <a:prstGeom prst="rect">
              <a:avLst/>
            </a:prstGeom>
          </p:spPr>
        </p:pic>
      </p:grpSp>
      <p:sp>
        <p:nvSpPr>
          <p:cNvPr id="38" name="object 32">
            <a:extLst>
              <a:ext uri="{FF2B5EF4-FFF2-40B4-BE49-F238E27FC236}">
                <a16:creationId xmlns:a16="http://schemas.microsoft.com/office/drawing/2014/main" id="{4BB5348F-E21D-86AC-C4F3-FA7DDDB06EB3}"/>
              </a:ext>
            </a:extLst>
          </p:cNvPr>
          <p:cNvSpPr txBox="1"/>
          <p:nvPr/>
        </p:nvSpPr>
        <p:spPr>
          <a:xfrm>
            <a:off x="893233" y="3234368"/>
            <a:ext cx="1037167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네트워크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구성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정보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확인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D211FBC0-1EB7-796B-545F-866459E95DB3}"/>
              </a:ext>
            </a:extLst>
          </p:cNvPr>
          <p:cNvSpPr txBox="1"/>
          <p:nvPr/>
        </p:nvSpPr>
        <p:spPr>
          <a:xfrm>
            <a:off x="893233" y="3488368"/>
            <a:ext cx="106553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보안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설정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방화벽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검토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40" name="object 34">
            <a:extLst>
              <a:ext uri="{FF2B5EF4-FFF2-40B4-BE49-F238E27FC236}">
                <a16:creationId xmlns:a16="http://schemas.microsoft.com/office/drawing/2014/main" id="{57886CDF-637B-B880-C6C8-99727977C38C}"/>
              </a:ext>
            </a:extLst>
          </p:cNvPr>
          <p:cNvSpPr/>
          <p:nvPr/>
        </p:nvSpPr>
        <p:spPr>
          <a:xfrm>
            <a:off x="857249" y="3871992"/>
            <a:ext cx="1371600" cy="19050"/>
          </a:xfrm>
          <a:custGeom>
            <a:avLst/>
            <a:gdLst/>
            <a:ahLst/>
            <a:cxnLst/>
            <a:rect l="l" t="t" r="r" b="b"/>
            <a:pathLst>
              <a:path w="2057400" h="28575">
                <a:moveTo>
                  <a:pt x="2057399" y="28574"/>
                </a:moveTo>
                <a:lnTo>
                  <a:pt x="0" y="28574"/>
                </a:lnTo>
                <a:lnTo>
                  <a:pt x="0" y="0"/>
                </a:lnTo>
                <a:lnTo>
                  <a:pt x="2057399" y="0"/>
                </a:lnTo>
                <a:lnTo>
                  <a:pt x="2057399" y="28574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000">
              <a:latin typeface="SUIT" pitchFamily="2" charset="-127"/>
              <a:ea typeface="SUIT" pitchFamily="2" charset="-127"/>
            </a:endParaRPr>
          </a:p>
        </p:txBody>
      </p:sp>
      <p:sp>
        <p:nvSpPr>
          <p:cNvPr id="41" name="object 35">
            <a:extLst>
              <a:ext uri="{FF2B5EF4-FFF2-40B4-BE49-F238E27FC236}">
                <a16:creationId xmlns:a16="http://schemas.microsoft.com/office/drawing/2014/main" id="{4015DFF8-0D96-1863-17C7-3BC35918BBE4}"/>
              </a:ext>
            </a:extLst>
          </p:cNvPr>
          <p:cNvSpPr/>
          <p:nvPr/>
        </p:nvSpPr>
        <p:spPr>
          <a:xfrm>
            <a:off x="3473449" y="1757442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4" y="1047749"/>
                </a:moveTo>
                <a:lnTo>
                  <a:pt x="485340" y="1046330"/>
                </a:lnTo>
                <a:lnTo>
                  <a:pt x="447006" y="1042079"/>
                </a:lnTo>
                <a:lnTo>
                  <a:pt x="409089" y="1035020"/>
                </a:lnTo>
                <a:lnTo>
                  <a:pt x="371802" y="1025191"/>
                </a:lnTo>
                <a:lnTo>
                  <a:pt x="335338" y="1012648"/>
                </a:lnTo>
                <a:lnTo>
                  <a:pt x="299888" y="997452"/>
                </a:lnTo>
                <a:lnTo>
                  <a:pt x="265653" y="979689"/>
                </a:lnTo>
                <a:lnTo>
                  <a:pt x="232824" y="959460"/>
                </a:lnTo>
                <a:lnTo>
                  <a:pt x="201573" y="936872"/>
                </a:lnTo>
                <a:lnTo>
                  <a:pt x="172061" y="912041"/>
                </a:lnTo>
                <a:lnTo>
                  <a:pt x="144456" y="885105"/>
                </a:lnTo>
                <a:lnTo>
                  <a:pt x="118913" y="856217"/>
                </a:lnTo>
                <a:lnTo>
                  <a:pt x="95563" y="825529"/>
                </a:lnTo>
                <a:lnTo>
                  <a:pt x="74531" y="793200"/>
                </a:lnTo>
                <a:lnTo>
                  <a:pt x="55934" y="759411"/>
                </a:lnTo>
                <a:lnTo>
                  <a:pt x="39877" y="724352"/>
                </a:lnTo>
                <a:lnTo>
                  <a:pt x="26441" y="688208"/>
                </a:lnTo>
                <a:lnTo>
                  <a:pt x="15698" y="651166"/>
                </a:lnTo>
                <a:lnTo>
                  <a:pt x="7711" y="613433"/>
                </a:lnTo>
                <a:lnTo>
                  <a:pt x="2521" y="575223"/>
                </a:lnTo>
                <a:lnTo>
                  <a:pt x="157" y="536735"/>
                </a:lnTo>
                <a:lnTo>
                  <a:pt x="0" y="523874"/>
                </a:lnTo>
                <a:lnTo>
                  <a:pt x="157" y="511014"/>
                </a:lnTo>
                <a:lnTo>
                  <a:pt x="2521" y="472526"/>
                </a:lnTo>
                <a:lnTo>
                  <a:pt x="7711" y="434316"/>
                </a:lnTo>
                <a:lnTo>
                  <a:pt x="15698" y="396583"/>
                </a:lnTo>
                <a:lnTo>
                  <a:pt x="26441" y="359541"/>
                </a:lnTo>
                <a:lnTo>
                  <a:pt x="39877" y="323396"/>
                </a:lnTo>
                <a:lnTo>
                  <a:pt x="55934" y="288338"/>
                </a:lnTo>
                <a:lnTo>
                  <a:pt x="74531" y="254549"/>
                </a:lnTo>
                <a:lnTo>
                  <a:pt x="95564" y="222220"/>
                </a:lnTo>
                <a:lnTo>
                  <a:pt x="118913" y="191532"/>
                </a:lnTo>
                <a:lnTo>
                  <a:pt x="144456" y="162644"/>
                </a:lnTo>
                <a:lnTo>
                  <a:pt x="172061" y="135708"/>
                </a:lnTo>
                <a:lnTo>
                  <a:pt x="201573" y="110877"/>
                </a:lnTo>
                <a:lnTo>
                  <a:pt x="232824" y="88288"/>
                </a:lnTo>
                <a:lnTo>
                  <a:pt x="265653" y="68059"/>
                </a:lnTo>
                <a:lnTo>
                  <a:pt x="299888" y="50297"/>
                </a:lnTo>
                <a:lnTo>
                  <a:pt x="335338" y="35101"/>
                </a:lnTo>
                <a:lnTo>
                  <a:pt x="371802" y="22558"/>
                </a:lnTo>
                <a:lnTo>
                  <a:pt x="409089" y="12729"/>
                </a:lnTo>
                <a:lnTo>
                  <a:pt x="447006" y="5669"/>
                </a:lnTo>
                <a:lnTo>
                  <a:pt x="485340" y="1419"/>
                </a:lnTo>
                <a:lnTo>
                  <a:pt x="523874" y="0"/>
                </a:lnTo>
                <a:lnTo>
                  <a:pt x="536735" y="157"/>
                </a:lnTo>
                <a:lnTo>
                  <a:pt x="575223" y="2522"/>
                </a:lnTo>
                <a:lnTo>
                  <a:pt x="613433" y="7711"/>
                </a:lnTo>
                <a:lnTo>
                  <a:pt x="651165" y="15699"/>
                </a:lnTo>
                <a:lnTo>
                  <a:pt x="688208" y="26441"/>
                </a:lnTo>
                <a:lnTo>
                  <a:pt x="724352" y="39877"/>
                </a:lnTo>
                <a:lnTo>
                  <a:pt x="759411" y="55935"/>
                </a:lnTo>
                <a:lnTo>
                  <a:pt x="793199" y="74531"/>
                </a:lnTo>
                <a:lnTo>
                  <a:pt x="825529" y="95564"/>
                </a:lnTo>
                <a:lnTo>
                  <a:pt x="856217" y="118914"/>
                </a:lnTo>
                <a:lnTo>
                  <a:pt x="885104" y="144457"/>
                </a:lnTo>
                <a:lnTo>
                  <a:pt x="912040" y="172061"/>
                </a:lnTo>
                <a:lnTo>
                  <a:pt x="936872" y="201573"/>
                </a:lnTo>
                <a:lnTo>
                  <a:pt x="959459" y="232825"/>
                </a:lnTo>
                <a:lnTo>
                  <a:pt x="979689" y="265654"/>
                </a:lnTo>
                <a:lnTo>
                  <a:pt x="997452" y="299889"/>
                </a:lnTo>
                <a:lnTo>
                  <a:pt x="1012647" y="335338"/>
                </a:lnTo>
                <a:lnTo>
                  <a:pt x="1025191" y="371801"/>
                </a:lnTo>
                <a:lnTo>
                  <a:pt x="1035019" y="409089"/>
                </a:lnTo>
                <a:lnTo>
                  <a:pt x="1042079" y="447006"/>
                </a:lnTo>
                <a:lnTo>
                  <a:pt x="1046331" y="485340"/>
                </a:lnTo>
                <a:lnTo>
                  <a:pt x="1047749" y="523874"/>
                </a:lnTo>
                <a:lnTo>
                  <a:pt x="1047592" y="536735"/>
                </a:lnTo>
                <a:lnTo>
                  <a:pt x="1045227" y="575223"/>
                </a:lnTo>
                <a:lnTo>
                  <a:pt x="1040037" y="613433"/>
                </a:lnTo>
                <a:lnTo>
                  <a:pt x="1032050" y="651166"/>
                </a:lnTo>
                <a:lnTo>
                  <a:pt x="1021307" y="688208"/>
                </a:lnTo>
                <a:lnTo>
                  <a:pt x="1007871" y="724352"/>
                </a:lnTo>
                <a:lnTo>
                  <a:pt x="991814" y="759411"/>
                </a:lnTo>
                <a:lnTo>
                  <a:pt x="973217" y="793200"/>
                </a:lnTo>
                <a:lnTo>
                  <a:pt x="952184" y="825529"/>
                </a:lnTo>
                <a:lnTo>
                  <a:pt x="928835" y="856217"/>
                </a:lnTo>
                <a:lnTo>
                  <a:pt x="903292" y="885105"/>
                </a:lnTo>
                <a:lnTo>
                  <a:pt x="875687" y="912041"/>
                </a:lnTo>
                <a:lnTo>
                  <a:pt x="846175" y="936872"/>
                </a:lnTo>
                <a:lnTo>
                  <a:pt x="814922" y="959460"/>
                </a:lnTo>
                <a:lnTo>
                  <a:pt x="782094" y="979689"/>
                </a:lnTo>
                <a:lnTo>
                  <a:pt x="747859" y="997452"/>
                </a:lnTo>
                <a:lnTo>
                  <a:pt x="712410" y="1012648"/>
                </a:lnTo>
                <a:lnTo>
                  <a:pt x="675947" y="1025191"/>
                </a:lnTo>
                <a:lnTo>
                  <a:pt x="638659" y="1035020"/>
                </a:lnTo>
                <a:lnTo>
                  <a:pt x="600742" y="1042079"/>
                </a:lnTo>
                <a:lnTo>
                  <a:pt x="562409" y="1046330"/>
                </a:lnTo>
                <a:lnTo>
                  <a:pt x="523874" y="10477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grpSp>
        <p:nvGrpSpPr>
          <p:cNvPr id="42" name="object 36">
            <a:extLst>
              <a:ext uri="{FF2B5EF4-FFF2-40B4-BE49-F238E27FC236}">
                <a16:creationId xmlns:a16="http://schemas.microsoft.com/office/drawing/2014/main" id="{2FCCE70A-E1E5-5B82-282F-1E8928B6D479}"/>
              </a:ext>
            </a:extLst>
          </p:cNvPr>
          <p:cNvGrpSpPr/>
          <p:nvPr/>
        </p:nvGrpSpPr>
        <p:grpSpPr>
          <a:xfrm>
            <a:off x="2781300" y="2862342"/>
            <a:ext cx="2076450" cy="901700"/>
            <a:chOff x="4171949" y="3257549"/>
            <a:chExt cx="3114675" cy="1352550"/>
          </a:xfrm>
        </p:grpSpPr>
        <p:sp>
          <p:nvSpPr>
            <p:cNvPr id="43" name="object 37">
              <a:extLst>
                <a:ext uri="{FF2B5EF4-FFF2-40B4-BE49-F238E27FC236}">
                  <a16:creationId xmlns:a16="http://schemas.microsoft.com/office/drawing/2014/main" id="{9F0728E5-29A2-7C14-D687-574B9BF20C14}"/>
                </a:ext>
              </a:extLst>
            </p:cNvPr>
            <p:cNvSpPr/>
            <p:nvPr/>
          </p:nvSpPr>
          <p:spPr>
            <a:xfrm>
              <a:off x="4190999" y="3257549"/>
              <a:ext cx="3095625" cy="1352550"/>
            </a:xfrm>
            <a:custGeom>
              <a:avLst/>
              <a:gdLst/>
              <a:ahLst/>
              <a:cxnLst/>
              <a:rect l="l" t="t" r="r" b="b"/>
              <a:pathLst>
                <a:path w="3095625" h="1352550">
                  <a:moveTo>
                    <a:pt x="3024427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024427" y="0"/>
                  </a:lnTo>
                  <a:lnTo>
                    <a:pt x="3029382" y="488"/>
                  </a:lnTo>
                  <a:lnTo>
                    <a:pt x="3065919" y="15621"/>
                  </a:lnTo>
                  <a:lnTo>
                    <a:pt x="3091738" y="51661"/>
                  </a:lnTo>
                  <a:lnTo>
                    <a:pt x="3095624" y="71196"/>
                  </a:lnTo>
                  <a:lnTo>
                    <a:pt x="3095624" y="1281353"/>
                  </a:lnTo>
                  <a:lnTo>
                    <a:pt x="3080002" y="1322844"/>
                  </a:lnTo>
                  <a:lnTo>
                    <a:pt x="3043961" y="1348663"/>
                  </a:lnTo>
                  <a:lnTo>
                    <a:pt x="3024427" y="13525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44" name="object 38">
              <a:extLst>
                <a:ext uri="{FF2B5EF4-FFF2-40B4-BE49-F238E27FC236}">
                  <a16:creationId xmlns:a16="http://schemas.microsoft.com/office/drawing/2014/main" id="{E2988A10-15BB-FA69-2A9C-11697BE9AD66}"/>
                </a:ext>
              </a:extLst>
            </p:cNvPr>
            <p:cNvSpPr/>
            <p:nvPr/>
          </p:nvSpPr>
          <p:spPr>
            <a:xfrm>
              <a:off x="4171937" y="3257549"/>
              <a:ext cx="476250" cy="1352550"/>
            </a:xfrm>
            <a:custGeom>
              <a:avLst/>
              <a:gdLst/>
              <a:ahLst/>
              <a:cxnLst/>
              <a:rect l="l" t="t" r="r" b="b"/>
              <a:pathLst>
                <a:path w="476250" h="1352550">
                  <a:moveTo>
                    <a:pt x="3810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38100" y="1352550"/>
                  </a:lnTo>
                  <a:lnTo>
                    <a:pt x="38100" y="0"/>
                  </a:lnTo>
                  <a:close/>
                </a:path>
                <a:path w="476250" h="1352550">
                  <a:moveTo>
                    <a:pt x="476250" y="295275"/>
                  </a:moveTo>
                  <a:lnTo>
                    <a:pt x="470103" y="253809"/>
                  </a:lnTo>
                  <a:lnTo>
                    <a:pt x="452170" y="215900"/>
                  </a:lnTo>
                  <a:lnTo>
                    <a:pt x="424014" y="184835"/>
                  </a:lnTo>
                  <a:lnTo>
                    <a:pt x="388061" y="163283"/>
                  </a:lnTo>
                  <a:lnTo>
                    <a:pt x="347383" y="153098"/>
                  </a:lnTo>
                  <a:lnTo>
                    <a:pt x="333375" y="152400"/>
                  </a:lnTo>
                  <a:lnTo>
                    <a:pt x="326364" y="152577"/>
                  </a:lnTo>
                  <a:lnTo>
                    <a:pt x="285254" y="160756"/>
                  </a:lnTo>
                  <a:lnTo>
                    <a:pt x="248259" y="180530"/>
                  </a:lnTo>
                  <a:lnTo>
                    <a:pt x="218630" y="210159"/>
                  </a:lnTo>
                  <a:lnTo>
                    <a:pt x="198856" y="247154"/>
                  </a:lnTo>
                  <a:lnTo>
                    <a:pt x="190677" y="288264"/>
                  </a:lnTo>
                  <a:lnTo>
                    <a:pt x="190500" y="295275"/>
                  </a:lnTo>
                  <a:lnTo>
                    <a:pt x="190677" y="302298"/>
                  </a:lnTo>
                  <a:lnTo>
                    <a:pt x="198856" y="343408"/>
                  </a:lnTo>
                  <a:lnTo>
                    <a:pt x="218630" y="380403"/>
                  </a:lnTo>
                  <a:lnTo>
                    <a:pt x="248259" y="410032"/>
                  </a:lnTo>
                  <a:lnTo>
                    <a:pt x="285254" y="429806"/>
                  </a:lnTo>
                  <a:lnTo>
                    <a:pt x="326364" y="437984"/>
                  </a:lnTo>
                  <a:lnTo>
                    <a:pt x="333375" y="438150"/>
                  </a:lnTo>
                  <a:lnTo>
                    <a:pt x="340398" y="437984"/>
                  </a:lnTo>
                  <a:lnTo>
                    <a:pt x="381508" y="429806"/>
                  </a:lnTo>
                  <a:lnTo>
                    <a:pt x="418503" y="410032"/>
                  </a:lnTo>
                  <a:lnTo>
                    <a:pt x="448132" y="380403"/>
                  </a:lnTo>
                  <a:lnTo>
                    <a:pt x="467906" y="343408"/>
                  </a:lnTo>
                  <a:lnTo>
                    <a:pt x="476084" y="302298"/>
                  </a:lnTo>
                  <a:lnTo>
                    <a:pt x="476250" y="29527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45" name="object 39">
              <a:extLst>
                <a:ext uri="{FF2B5EF4-FFF2-40B4-BE49-F238E27FC236}">
                  <a16:creationId xmlns:a16="http://schemas.microsoft.com/office/drawing/2014/main" id="{1D4FE0F8-0574-8F42-7206-1E57CCA1690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29124" y="3494484"/>
              <a:ext cx="166687" cy="116681"/>
            </a:xfrm>
            <a:prstGeom prst="rect">
              <a:avLst/>
            </a:prstGeom>
          </p:spPr>
        </p:pic>
      </p:grpSp>
      <p:sp>
        <p:nvSpPr>
          <p:cNvPr id="46" name="object 40">
            <a:extLst>
              <a:ext uri="{FF2B5EF4-FFF2-40B4-BE49-F238E27FC236}">
                <a16:creationId xmlns:a16="http://schemas.microsoft.com/office/drawing/2014/main" id="{E659BF13-2385-7B30-C95C-88F35D42CC05}"/>
              </a:ext>
            </a:extLst>
          </p:cNvPr>
          <p:cNvSpPr txBox="1"/>
          <p:nvPr/>
        </p:nvSpPr>
        <p:spPr>
          <a:xfrm>
            <a:off x="3751626" y="1871272"/>
            <a:ext cx="137160" cy="28304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767" b="1" spc="-53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767">
              <a:latin typeface="Trebuchet MS"/>
              <a:cs typeface="Trebuchet MS"/>
            </a:endParaRPr>
          </a:p>
        </p:txBody>
      </p:sp>
      <p:pic>
        <p:nvPicPr>
          <p:cNvPr id="47" name="object 41">
            <a:extLst>
              <a:ext uri="{FF2B5EF4-FFF2-40B4-BE49-F238E27FC236}">
                <a16:creationId xmlns:a16="http://schemas.microsoft.com/office/drawing/2014/main" id="{8A0B66A0-E4C9-4324-FBFC-7CC7090EF77B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46499" y="2144792"/>
            <a:ext cx="152400" cy="152400"/>
          </a:xfrm>
          <a:prstGeom prst="rect">
            <a:avLst/>
          </a:prstGeom>
        </p:spPr>
      </p:pic>
      <p:sp>
        <p:nvSpPr>
          <p:cNvPr id="48" name="object 42">
            <a:extLst>
              <a:ext uri="{FF2B5EF4-FFF2-40B4-BE49-F238E27FC236}">
                <a16:creationId xmlns:a16="http://schemas.microsoft.com/office/drawing/2014/main" id="{D4D2AF61-753E-FCBA-9561-F9CA895D0C8B}"/>
              </a:ext>
            </a:extLst>
          </p:cNvPr>
          <p:cNvSpPr txBox="1"/>
          <p:nvPr/>
        </p:nvSpPr>
        <p:spPr>
          <a:xfrm>
            <a:off x="3189384" y="2570666"/>
            <a:ext cx="1727675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200" b="1" dirty="0">
                <a:latin typeface="SUIT ExtraBold" pitchFamily="2" charset="-127"/>
                <a:ea typeface="SUIT ExtraBold" pitchFamily="2" charset="-127"/>
                <a:cs typeface="Malgun Gothic"/>
              </a:rPr>
              <a:t>에이전트 배포 및 연결</a:t>
            </a:r>
          </a:p>
        </p:txBody>
      </p:sp>
      <p:sp>
        <p:nvSpPr>
          <p:cNvPr id="49" name="object 43">
            <a:extLst>
              <a:ext uri="{FF2B5EF4-FFF2-40B4-BE49-F238E27FC236}">
                <a16:creationId xmlns:a16="http://schemas.microsoft.com/office/drawing/2014/main" id="{50DC21E6-7A4C-C0E1-1009-4AA4903215E0}"/>
              </a:ext>
            </a:extLst>
          </p:cNvPr>
          <p:cNvSpPr txBox="1"/>
          <p:nvPr/>
        </p:nvSpPr>
        <p:spPr>
          <a:xfrm>
            <a:off x="3169014" y="2975431"/>
            <a:ext cx="1480624" cy="163720"/>
          </a:xfrm>
          <a:prstGeom prst="rect">
            <a:avLst/>
          </a:prstGeom>
        </p:spPr>
        <p:txBody>
          <a:bodyPr vert="horz" wrap="square" lIns="0" tIns="9737" rIns="0" bIns="0" rtlCol="0">
            <a:spAutoFit/>
          </a:bodyPr>
          <a:lstStyle/>
          <a:p>
            <a:pPr marL="8467">
              <a:spcBef>
                <a:spcPts val="77"/>
              </a:spcBef>
            </a:pPr>
            <a:r>
              <a:rPr sz="1000" spc="-80" dirty="0"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1000" spc="30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80" dirty="0">
                <a:latin typeface="SUIT" pitchFamily="2" charset="-127"/>
                <a:ea typeface="SUIT" pitchFamily="2" charset="-127"/>
                <a:cs typeface="Noto Sans JP"/>
              </a:rPr>
              <a:t>Migrate</a:t>
            </a:r>
            <a:r>
              <a:rPr sz="1000" spc="33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lang="ko-KR" altLang="en-US" sz="1000" spc="-173" dirty="0" err="1">
                <a:latin typeface="SUIT" pitchFamily="2" charset="-127"/>
                <a:ea typeface="SUIT" pitchFamily="2" charset="-127"/>
                <a:cs typeface="Dotum"/>
              </a:rPr>
              <a:t>어플라이언스</a:t>
            </a:r>
            <a:r>
              <a:rPr sz="1000" spc="-5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설치</a:t>
            </a:r>
            <a:endParaRPr sz="1000" dirty="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50" name="object 44">
            <a:extLst>
              <a:ext uri="{FF2B5EF4-FFF2-40B4-BE49-F238E27FC236}">
                <a16:creationId xmlns:a16="http://schemas.microsoft.com/office/drawing/2014/main" id="{20F0BE93-CE4E-84E8-A9E6-5A0F03099D34}"/>
              </a:ext>
            </a:extLst>
          </p:cNvPr>
          <p:cNvGrpSpPr/>
          <p:nvPr/>
        </p:nvGrpSpPr>
        <p:grpSpPr>
          <a:xfrm>
            <a:off x="2908299" y="3217942"/>
            <a:ext cx="190500" cy="444500"/>
            <a:chOff x="4362449" y="3790949"/>
            <a:chExt cx="285750" cy="666750"/>
          </a:xfrm>
        </p:grpSpPr>
        <p:sp>
          <p:nvSpPr>
            <p:cNvPr id="51" name="object 45">
              <a:extLst>
                <a:ext uri="{FF2B5EF4-FFF2-40B4-BE49-F238E27FC236}">
                  <a16:creationId xmlns:a16="http://schemas.microsoft.com/office/drawing/2014/main" id="{19BEEAFE-7A7E-9638-26AE-2C4B4D4B6FE7}"/>
                </a:ext>
              </a:extLst>
            </p:cNvPr>
            <p:cNvSpPr/>
            <p:nvPr/>
          </p:nvSpPr>
          <p:spPr>
            <a:xfrm>
              <a:off x="4362449" y="3790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6" y="261670"/>
                  </a:lnTo>
                  <a:lnTo>
                    <a:pt x="32429" y="233514"/>
                  </a:lnTo>
                  <a:lnTo>
                    <a:pt x="10874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0999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2" name="object 46">
              <a:extLst>
                <a:ext uri="{FF2B5EF4-FFF2-40B4-BE49-F238E27FC236}">
                  <a16:creationId xmlns:a16="http://schemas.microsoft.com/office/drawing/2014/main" id="{97C84686-AEB4-5650-DED0-A24FD3F13B0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7699" y="3867149"/>
              <a:ext cx="100012" cy="133350"/>
            </a:xfrm>
            <a:prstGeom prst="rect">
              <a:avLst/>
            </a:prstGeom>
          </p:spPr>
        </p:pic>
        <p:sp>
          <p:nvSpPr>
            <p:cNvPr id="53" name="object 47">
              <a:extLst>
                <a:ext uri="{FF2B5EF4-FFF2-40B4-BE49-F238E27FC236}">
                  <a16:creationId xmlns:a16="http://schemas.microsoft.com/office/drawing/2014/main" id="{8F5190BA-1406-A866-DDE5-DDB9EADA8D4B}"/>
                </a:ext>
              </a:extLst>
            </p:cNvPr>
            <p:cNvSpPr/>
            <p:nvPr/>
          </p:nvSpPr>
          <p:spPr>
            <a:xfrm>
              <a:off x="4362449" y="4171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6" y="261670"/>
                  </a:lnTo>
                  <a:lnTo>
                    <a:pt x="32429" y="233514"/>
                  </a:lnTo>
                  <a:lnTo>
                    <a:pt x="10874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0999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4" name="object 48">
              <a:extLst>
                <a:ext uri="{FF2B5EF4-FFF2-40B4-BE49-F238E27FC236}">
                  <a16:creationId xmlns:a16="http://schemas.microsoft.com/office/drawing/2014/main" id="{1E9FFB7A-3EF4-A523-53B1-AFC608243705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38649" y="4248149"/>
              <a:ext cx="133349" cy="133349"/>
            </a:xfrm>
            <a:prstGeom prst="rect">
              <a:avLst/>
            </a:prstGeom>
          </p:spPr>
        </p:pic>
      </p:grpSp>
      <p:sp>
        <p:nvSpPr>
          <p:cNvPr id="55" name="object 49">
            <a:extLst>
              <a:ext uri="{FF2B5EF4-FFF2-40B4-BE49-F238E27FC236}">
                <a16:creationId xmlns:a16="http://schemas.microsoft.com/office/drawing/2014/main" id="{5C5AF2CF-94D6-DF48-86DB-75873D0E5E7C}"/>
              </a:ext>
            </a:extLst>
          </p:cNvPr>
          <p:cNvSpPr txBox="1"/>
          <p:nvPr/>
        </p:nvSpPr>
        <p:spPr>
          <a:xfrm>
            <a:off x="3169014" y="3234368"/>
            <a:ext cx="971973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서버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연결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권한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설정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57" name="object 50">
            <a:extLst>
              <a:ext uri="{FF2B5EF4-FFF2-40B4-BE49-F238E27FC236}">
                <a16:creationId xmlns:a16="http://schemas.microsoft.com/office/drawing/2014/main" id="{6CB853E1-D07D-43EA-3BAF-D044D5E0AFE7}"/>
              </a:ext>
            </a:extLst>
          </p:cNvPr>
          <p:cNvSpPr txBox="1"/>
          <p:nvPr/>
        </p:nvSpPr>
        <p:spPr>
          <a:xfrm>
            <a:off x="3169014" y="3488368"/>
            <a:ext cx="106553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연결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상태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검증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테스트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2E930EC0-4791-D5B3-9486-FD9B950C29D7}"/>
              </a:ext>
            </a:extLst>
          </p:cNvPr>
          <p:cNvSpPr/>
          <p:nvPr/>
        </p:nvSpPr>
        <p:spPr>
          <a:xfrm>
            <a:off x="3130550" y="3871992"/>
            <a:ext cx="1377950" cy="19050"/>
          </a:xfrm>
          <a:custGeom>
            <a:avLst/>
            <a:gdLst/>
            <a:ahLst/>
            <a:cxnLst/>
            <a:rect l="l" t="t" r="r" b="b"/>
            <a:pathLst>
              <a:path w="2066925" h="28575">
                <a:moveTo>
                  <a:pt x="2066924" y="28574"/>
                </a:moveTo>
                <a:lnTo>
                  <a:pt x="0" y="28574"/>
                </a:lnTo>
                <a:lnTo>
                  <a:pt x="0" y="0"/>
                </a:lnTo>
                <a:lnTo>
                  <a:pt x="2066924" y="0"/>
                </a:lnTo>
                <a:lnTo>
                  <a:pt x="2066924" y="28574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000">
              <a:latin typeface="SUIT" pitchFamily="2" charset="-127"/>
              <a:ea typeface="SUIT" pitchFamily="2" charset="-127"/>
            </a:endParaRPr>
          </a:p>
        </p:txBody>
      </p:sp>
      <p:sp>
        <p:nvSpPr>
          <p:cNvPr id="59" name="object 52">
            <a:extLst>
              <a:ext uri="{FF2B5EF4-FFF2-40B4-BE49-F238E27FC236}">
                <a16:creationId xmlns:a16="http://schemas.microsoft.com/office/drawing/2014/main" id="{266B05B5-A9ED-9D05-B849-05A5BB40B32F}"/>
              </a:ext>
            </a:extLst>
          </p:cNvPr>
          <p:cNvSpPr/>
          <p:nvPr/>
        </p:nvSpPr>
        <p:spPr>
          <a:xfrm>
            <a:off x="5746749" y="1757442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4" y="1047749"/>
                </a:moveTo>
                <a:lnTo>
                  <a:pt x="485340" y="1046330"/>
                </a:lnTo>
                <a:lnTo>
                  <a:pt x="447006" y="1042079"/>
                </a:lnTo>
                <a:lnTo>
                  <a:pt x="409088" y="1035020"/>
                </a:lnTo>
                <a:lnTo>
                  <a:pt x="371801" y="1025191"/>
                </a:lnTo>
                <a:lnTo>
                  <a:pt x="335337" y="1012648"/>
                </a:lnTo>
                <a:lnTo>
                  <a:pt x="299889" y="997452"/>
                </a:lnTo>
                <a:lnTo>
                  <a:pt x="265654" y="979689"/>
                </a:lnTo>
                <a:lnTo>
                  <a:pt x="232825" y="959460"/>
                </a:lnTo>
                <a:lnTo>
                  <a:pt x="201573" y="936872"/>
                </a:lnTo>
                <a:lnTo>
                  <a:pt x="172061" y="912041"/>
                </a:lnTo>
                <a:lnTo>
                  <a:pt x="144456" y="885105"/>
                </a:lnTo>
                <a:lnTo>
                  <a:pt x="118914" y="856217"/>
                </a:lnTo>
                <a:lnTo>
                  <a:pt x="95563" y="825529"/>
                </a:lnTo>
                <a:lnTo>
                  <a:pt x="74531" y="793200"/>
                </a:lnTo>
                <a:lnTo>
                  <a:pt x="55934" y="759411"/>
                </a:lnTo>
                <a:lnTo>
                  <a:pt x="39876" y="724352"/>
                </a:lnTo>
                <a:lnTo>
                  <a:pt x="26441" y="688208"/>
                </a:lnTo>
                <a:lnTo>
                  <a:pt x="15699" y="651166"/>
                </a:lnTo>
                <a:lnTo>
                  <a:pt x="7711" y="613433"/>
                </a:lnTo>
                <a:lnTo>
                  <a:pt x="2522" y="575223"/>
                </a:lnTo>
                <a:lnTo>
                  <a:pt x="157" y="536735"/>
                </a:lnTo>
                <a:lnTo>
                  <a:pt x="0" y="523874"/>
                </a:lnTo>
                <a:lnTo>
                  <a:pt x="157" y="511014"/>
                </a:lnTo>
                <a:lnTo>
                  <a:pt x="2522" y="472526"/>
                </a:lnTo>
                <a:lnTo>
                  <a:pt x="7711" y="434316"/>
                </a:lnTo>
                <a:lnTo>
                  <a:pt x="15699" y="396583"/>
                </a:lnTo>
                <a:lnTo>
                  <a:pt x="26441" y="359541"/>
                </a:lnTo>
                <a:lnTo>
                  <a:pt x="39876" y="323396"/>
                </a:lnTo>
                <a:lnTo>
                  <a:pt x="55934" y="288338"/>
                </a:lnTo>
                <a:lnTo>
                  <a:pt x="74531" y="254549"/>
                </a:lnTo>
                <a:lnTo>
                  <a:pt x="95564" y="222220"/>
                </a:lnTo>
                <a:lnTo>
                  <a:pt x="118914" y="191532"/>
                </a:lnTo>
                <a:lnTo>
                  <a:pt x="144456" y="162644"/>
                </a:lnTo>
                <a:lnTo>
                  <a:pt x="172061" y="135708"/>
                </a:lnTo>
                <a:lnTo>
                  <a:pt x="201573" y="110877"/>
                </a:lnTo>
                <a:lnTo>
                  <a:pt x="232825" y="88288"/>
                </a:lnTo>
                <a:lnTo>
                  <a:pt x="265654" y="68059"/>
                </a:lnTo>
                <a:lnTo>
                  <a:pt x="299889" y="50297"/>
                </a:lnTo>
                <a:lnTo>
                  <a:pt x="335337" y="35101"/>
                </a:lnTo>
                <a:lnTo>
                  <a:pt x="371801" y="22558"/>
                </a:lnTo>
                <a:lnTo>
                  <a:pt x="409088" y="12729"/>
                </a:lnTo>
                <a:lnTo>
                  <a:pt x="447006" y="5669"/>
                </a:lnTo>
                <a:lnTo>
                  <a:pt x="485340" y="1419"/>
                </a:lnTo>
                <a:lnTo>
                  <a:pt x="523874" y="0"/>
                </a:lnTo>
                <a:lnTo>
                  <a:pt x="536735" y="157"/>
                </a:lnTo>
                <a:lnTo>
                  <a:pt x="575223" y="2522"/>
                </a:lnTo>
                <a:lnTo>
                  <a:pt x="613432" y="7711"/>
                </a:lnTo>
                <a:lnTo>
                  <a:pt x="651165" y="15699"/>
                </a:lnTo>
                <a:lnTo>
                  <a:pt x="688208" y="26441"/>
                </a:lnTo>
                <a:lnTo>
                  <a:pt x="724352" y="39877"/>
                </a:lnTo>
                <a:lnTo>
                  <a:pt x="759411" y="55935"/>
                </a:lnTo>
                <a:lnTo>
                  <a:pt x="793200" y="74531"/>
                </a:lnTo>
                <a:lnTo>
                  <a:pt x="825529" y="95564"/>
                </a:lnTo>
                <a:lnTo>
                  <a:pt x="856217" y="118914"/>
                </a:lnTo>
                <a:lnTo>
                  <a:pt x="885104" y="144457"/>
                </a:lnTo>
                <a:lnTo>
                  <a:pt x="912040" y="172061"/>
                </a:lnTo>
                <a:lnTo>
                  <a:pt x="936871" y="201573"/>
                </a:lnTo>
                <a:lnTo>
                  <a:pt x="959459" y="232825"/>
                </a:lnTo>
                <a:lnTo>
                  <a:pt x="979688" y="265654"/>
                </a:lnTo>
                <a:lnTo>
                  <a:pt x="997451" y="299889"/>
                </a:lnTo>
                <a:lnTo>
                  <a:pt x="1012647" y="335338"/>
                </a:lnTo>
                <a:lnTo>
                  <a:pt x="1025191" y="371801"/>
                </a:lnTo>
                <a:lnTo>
                  <a:pt x="1035019" y="409089"/>
                </a:lnTo>
                <a:lnTo>
                  <a:pt x="1042079" y="447006"/>
                </a:lnTo>
                <a:lnTo>
                  <a:pt x="1046331" y="485340"/>
                </a:lnTo>
                <a:lnTo>
                  <a:pt x="1047749" y="523874"/>
                </a:lnTo>
                <a:lnTo>
                  <a:pt x="1047592" y="536735"/>
                </a:lnTo>
                <a:lnTo>
                  <a:pt x="1045227" y="575223"/>
                </a:lnTo>
                <a:lnTo>
                  <a:pt x="1040037" y="613433"/>
                </a:lnTo>
                <a:lnTo>
                  <a:pt x="1032049" y="651166"/>
                </a:lnTo>
                <a:lnTo>
                  <a:pt x="1021307" y="688208"/>
                </a:lnTo>
                <a:lnTo>
                  <a:pt x="1007870" y="724352"/>
                </a:lnTo>
                <a:lnTo>
                  <a:pt x="991813" y="759411"/>
                </a:lnTo>
                <a:lnTo>
                  <a:pt x="973216" y="793200"/>
                </a:lnTo>
                <a:lnTo>
                  <a:pt x="952184" y="825529"/>
                </a:lnTo>
                <a:lnTo>
                  <a:pt x="928835" y="856217"/>
                </a:lnTo>
                <a:lnTo>
                  <a:pt x="903292" y="885105"/>
                </a:lnTo>
                <a:lnTo>
                  <a:pt x="875687" y="912041"/>
                </a:lnTo>
                <a:lnTo>
                  <a:pt x="846176" y="936872"/>
                </a:lnTo>
                <a:lnTo>
                  <a:pt x="814923" y="959460"/>
                </a:lnTo>
                <a:lnTo>
                  <a:pt x="782095" y="979689"/>
                </a:lnTo>
                <a:lnTo>
                  <a:pt x="747860" y="997452"/>
                </a:lnTo>
                <a:lnTo>
                  <a:pt x="712410" y="1012648"/>
                </a:lnTo>
                <a:lnTo>
                  <a:pt x="675948" y="1025191"/>
                </a:lnTo>
                <a:lnTo>
                  <a:pt x="638659" y="1035020"/>
                </a:lnTo>
                <a:lnTo>
                  <a:pt x="600743" y="1042079"/>
                </a:lnTo>
                <a:lnTo>
                  <a:pt x="562409" y="1046330"/>
                </a:lnTo>
                <a:lnTo>
                  <a:pt x="523874" y="10477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grpSp>
        <p:nvGrpSpPr>
          <p:cNvPr id="63" name="object 53">
            <a:extLst>
              <a:ext uri="{FF2B5EF4-FFF2-40B4-BE49-F238E27FC236}">
                <a16:creationId xmlns:a16="http://schemas.microsoft.com/office/drawing/2014/main" id="{23161CCA-B4FB-CF0A-0EEB-97F1E13B5459}"/>
              </a:ext>
            </a:extLst>
          </p:cNvPr>
          <p:cNvGrpSpPr/>
          <p:nvPr/>
        </p:nvGrpSpPr>
        <p:grpSpPr>
          <a:xfrm>
            <a:off x="5060949" y="2862342"/>
            <a:ext cx="2070100" cy="901700"/>
            <a:chOff x="7591424" y="3257549"/>
            <a:chExt cx="3105150" cy="1352550"/>
          </a:xfrm>
        </p:grpSpPr>
        <p:sp>
          <p:nvSpPr>
            <p:cNvPr id="66" name="object 54">
              <a:extLst>
                <a:ext uri="{FF2B5EF4-FFF2-40B4-BE49-F238E27FC236}">
                  <a16:creationId xmlns:a16="http://schemas.microsoft.com/office/drawing/2014/main" id="{BF40244F-08EA-DF87-A648-DD6BEFCE961B}"/>
                </a:ext>
              </a:extLst>
            </p:cNvPr>
            <p:cNvSpPr/>
            <p:nvPr/>
          </p:nvSpPr>
          <p:spPr>
            <a:xfrm>
              <a:off x="7610474" y="3257549"/>
              <a:ext cx="3086100" cy="1352550"/>
            </a:xfrm>
            <a:custGeom>
              <a:avLst/>
              <a:gdLst/>
              <a:ahLst/>
              <a:cxnLst/>
              <a:rect l="l" t="t" r="r" b="b"/>
              <a:pathLst>
                <a:path w="3086100" h="1352550">
                  <a:moveTo>
                    <a:pt x="3014902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014902" y="0"/>
                  </a:lnTo>
                  <a:lnTo>
                    <a:pt x="3019857" y="488"/>
                  </a:lnTo>
                  <a:lnTo>
                    <a:pt x="3056393" y="15621"/>
                  </a:lnTo>
                  <a:lnTo>
                    <a:pt x="3082212" y="51661"/>
                  </a:lnTo>
                  <a:lnTo>
                    <a:pt x="3086099" y="71196"/>
                  </a:lnTo>
                  <a:lnTo>
                    <a:pt x="3086099" y="1281353"/>
                  </a:lnTo>
                  <a:lnTo>
                    <a:pt x="3070476" y="1322844"/>
                  </a:lnTo>
                  <a:lnTo>
                    <a:pt x="3034437" y="1348663"/>
                  </a:lnTo>
                  <a:lnTo>
                    <a:pt x="3014902" y="13525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71" name="object 55">
              <a:extLst>
                <a:ext uri="{FF2B5EF4-FFF2-40B4-BE49-F238E27FC236}">
                  <a16:creationId xmlns:a16="http://schemas.microsoft.com/office/drawing/2014/main" id="{BE7E57C0-2762-CECC-AD5D-97B236A2D2CC}"/>
                </a:ext>
              </a:extLst>
            </p:cNvPr>
            <p:cNvSpPr/>
            <p:nvPr/>
          </p:nvSpPr>
          <p:spPr>
            <a:xfrm>
              <a:off x="7591412" y="3257549"/>
              <a:ext cx="476250" cy="1352550"/>
            </a:xfrm>
            <a:custGeom>
              <a:avLst/>
              <a:gdLst/>
              <a:ahLst/>
              <a:cxnLst/>
              <a:rect l="l" t="t" r="r" b="b"/>
              <a:pathLst>
                <a:path w="476250" h="1352550">
                  <a:moveTo>
                    <a:pt x="3810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38100" y="1352550"/>
                  </a:lnTo>
                  <a:lnTo>
                    <a:pt x="38100" y="0"/>
                  </a:lnTo>
                  <a:close/>
                </a:path>
                <a:path w="476250" h="1352550">
                  <a:moveTo>
                    <a:pt x="476250" y="295275"/>
                  </a:moveTo>
                  <a:lnTo>
                    <a:pt x="470103" y="253809"/>
                  </a:lnTo>
                  <a:lnTo>
                    <a:pt x="452170" y="215900"/>
                  </a:lnTo>
                  <a:lnTo>
                    <a:pt x="424014" y="184835"/>
                  </a:lnTo>
                  <a:lnTo>
                    <a:pt x="388061" y="163283"/>
                  </a:lnTo>
                  <a:lnTo>
                    <a:pt x="347383" y="153098"/>
                  </a:lnTo>
                  <a:lnTo>
                    <a:pt x="333375" y="152400"/>
                  </a:lnTo>
                  <a:lnTo>
                    <a:pt x="326364" y="152577"/>
                  </a:lnTo>
                  <a:lnTo>
                    <a:pt x="285254" y="160756"/>
                  </a:lnTo>
                  <a:lnTo>
                    <a:pt x="248259" y="180530"/>
                  </a:lnTo>
                  <a:lnTo>
                    <a:pt x="218630" y="210159"/>
                  </a:lnTo>
                  <a:lnTo>
                    <a:pt x="198856" y="247154"/>
                  </a:lnTo>
                  <a:lnTo>
                    <a:pt x="190677" y="288264"/>
                  </a:lnTo>
                  <a:lnTo>
                    <a:pt x="190500" y="295275"/>
                  </a:lnTo>
                  <a:lnTo>
                    <a:pt x="190677" y="302298"/>
                  </a:lnTo>
                  <a:lnTo>
                    <a:pt x="198856" y="343408"/>
                  </a:lnTo>
                  <a:lnTo>
                    <a:pt x="218630" y="380403"/>
                  </a:lnTo>
                  <a:lnTo>
                    <a:pt x="248259" y="410032"/>
                  </a:lnTo>
                  <a:lnTo>
                    <a:pt x="285254" y="429806"/>
                  </a:lnTo>
                  <a:lnTo>
                    <a:pt x="326364" y="437984"/>
                  </a:lnTo>
                  <a:lnTo>
                    <a:pt x="333375" y="438150"/>
                  </a:lnTo>
                  <a:lnTo>
                    <a:pt x="340398" y="437984"/>
                  </a:lnTo>
                  <a:lnTo>
                    <a:pt x="381508" y="429806"/>
                  </a:lnTo>
                  <a:lnTo>
                    <a:pt x="418503" y="410032"/>
                  </a:lnTo>
                  <a:lnTo>
                    <a:pt x="448132" y="380403"/>
                  </a:lnTo>
                  <a:lnTo>
                    <a:pt x="467906" y="343408"/>
                  </a:lnTo>
                  <a:lnTo>
                    <a:pt x="476084" y="302298"/>
                  </a:lnTo>
                  <a:lnTo>
                    <a:pt x="476250" y="29527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72" name="object 56">
              <a:extLst>
                <a:ext uri="{FF2B5EF4-FFF2-40B4-BE49-F238E27FC236}">
                  <a16:creationId xmlns:a16="http://schemas.microsoft.com/office/drawing/2014/main" id="{8BBB6116-AFCC-D3D1-D8F3-2075F7913AF1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58124" y="3494484"/>
              <a:ext cx="133350" cy="116681"/>
            </a:xfrm>
            <a:prstGeom prst="rect">
              <a:avLst/>
            </a:prstGeom>
          </p:spPr>
        </p:pic>
      </p:grpSp>
      <p:sp>
        <p:nvSpPr>
          <p:cNvPr id="73" name="object 57">
            <a:extLst>
              <a:ext uri="{FF2B5EF4-FFF2-40B4-BE49-F238E27FC236}">
                <a16:creationId xmlns:a16="http://schemas.microsoft.com/office/drawing/2014/main" id="{E202A0B2-123F-DE42-D67A-A04D2F3EF5BB}"/>
              </a:ext>
            </a:extLst>
          </p:cNvPr>
          <p:cNvSpPr txBox="1"/>
          <p:nvPr/>
        </p:nvSpPr>
        <p:spPr>
          <a:xfrm>
            <a:off x="6027407" y="1871272"/>
            <a:ext cx="137160" cy="28304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767" b="1" spc="-53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767">
              <a:latin typeface="Trebuchet MS"/>
              <a:cs typeface="Trebuchet MS"/>
            </a:endParaRPr>
          </a:p>
        </p:txBody>
      </p:sp>
      <p:pic>
        <p:nvPicPr>
          <p:cNvPr id="75" name="object 58">
            <a:extLst>
              <a:ext uri="{FF2B5EF4-FFF2-40B4-BE49-F238E27FC236}">
                <a16:creationId xmlns:a16="http://schemas.microsoft.com/office/drawing/2014/main" id="{43C117C2-0F8A-0CE9-B72D-92CAF625291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26150" y="2144792"/>
            <a:ext cx="133350" cy="152400"/>
          </a:xfrm>
          <a:prstGeom prst="rect">
            <a:avLst/>
          </a:prstGeom>
        </p:spPr>
      </p:pic>
      <p:sp>
        <p:nvSpPr>
          <p:cNvPr id="77" name="object 59">
            <a:extLst>
              <a:ext uri="{FF2B5EF4-FFF2-40B4-BE49-F238E27FC236}">
                <a16:creationId xmlns:a16="http://schemas.microsoft.com/office/drawing/2014/main" id="{062959B9-E2F1-6B91-BEDA-BD10D6C7FB54}"/>
              </a:ext>
            </a:extLst>
          </p:cNvPr>
          <p:cNvSpPr txBox="1"/>
          <p:nvPr/>
        </p:nvSpPr>
        <p:spPr>
          <a:xfrm>
            <a:off x="5554828" y="2570666"/>
            <a:ext cx="1458447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200" dirty="0">
                <a:latin typeface="SUIT ExtraBold" pitchFamily="2" charset="-127"/>
                <a:ea typeface="SUIT ExtraBold" pitchFamily="2" charset="-127"/>
                <a:cs typeface="Trebuchet MS"/>
              </a:rPr>
              <a:t>데이터 수집 </a:t>
            </a:r>
            <a:r>
              <a:rPr lang="en-US" altLang="ko-KR" sz="1200" dirty="0">
                <a:latin typeface="SUIT ExtraBold" pitchFamily="2" charset="-127"/>
                <a:ea typeface="SUIT ExtraBold" pitchFamily="2" charset="-127"/>
                <a:cs typeface="Trebuchet MS"/>
              </a:rPr>
              <a:t>(1-2</a:t>
            </a:r>
            <a:r>
              <a:rPr lang="ko-KR" altLang="en-US" sz="1200" dirty="0">
                <a:latin typeface="SUIT ExtraBold" pitchFamily="2" charset="-127"/>
                <a:ea typeface="SUIT ExtraBold" pitchFamily="2" charset="-127"/>
                <a:cs typeface="Trebuchet MS"/>
              </a:rPr>
              <a:t>주</a:t>
            </a:r>
            <a:r>
              <a:rPr lang="en-US" altLang="ko-KR" sz="1200" dirty="0">
                <a:latin typeface="SUIT ExtraBold" pitchFamily="2" charset="-127"/>
                <a:ea typeface="SUIT ExtraBold" pitchFamily="2" charset="-127"/>
                <a:cs typeface="Trebuchet MS"/>
              </a:rPr>
              <a:t>)</a:t>
            </a:r>
            <a:endParaRPr sz="1200" dirty="0">
              <a:latin typeface="SUIT ExtraBold" pitchFamily="2" charset="-127"/>
              <a:ea typeface="SUIT ExtraBold" pitchFamily="2" charset="-127"/>
              <a:cs typeface="Trebuchet MS"/>
            </a:endParaRPr>
          </a:p>
        </p:txBody>
      </p:sp>
      <p:sp>
        <p:nvSpPr>
          <p:cNvPr id="78" name="object 60">
            <a:extLst>
              <a:ext uri="{FF2B5EF4-FFF2-40B4-BE49-F238E27FC236}">
                <a16:creationId xmlns:a16="http://schemas.microsoft.com/office/drawing/2014/main" id="{438D2262-A9D9-6B4A-FC4D-CA6C5355F2C0}"/>
              </a:ext>
            </a:extLst>
          </p:cNvPr>
          <p:cNvSpPr txBox="1"/>
          <p:nvPr/>
        </p:nvSpPr>
        <p:spPr>
          <a:xfrm>
            <a:off x="5444893" y="2980368"/>
            <a:ext cx="1037167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실시간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성능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데이터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수집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79" name="object 61">
            <a:extLst>
              <a:ext uri="{FF2B5EF4-FFF2-40B4-BE49-F238E27FC236}">
                <a16:creationId xmlns:a16="http://schemas.microsoft.com/office/drawing/2014/main" id="{82B58769-D47E-BA6B-3EC9-7412F2243AF8}"/>
              </a:ext>
            </a:extLst>
          </p:cNvPr>
          <p:cNvGrpSpPr/>
          <p:nvPr/>
        </p:nvGrpSpPr>
        <p:grpSpPr>
          <a:xfrm>
            <a:off x="5187949" y="3217942"/>
            <a:ext cx="190500" cy="444500"/>
            <a:chOff x="7781924" y="3790949"/>
            <a:chExt cx="285750" cy="666750"/>
          </a:xfrm>
        </p:grpSpPr>
        <p:sp>
          <p:nvSpPr>
            <p:cNvPr id="81" name="object 62">
              <a:extLst>
                <a:ext uri="{FF2B5EF4-FFF2-40B4-BE49-F238E27FC236}">
                  <a16:creationId xmlns:a16="http://schemas.microsoft.com/office/drawing/2014/main" id="{2CCC6B44-2EBF-4582-8DD2-670E3C285660}"/>
                </a:ext>
              </a:extLst>
            </p:cNvPr>
            <p:cNvSpPr/>
            <p:nvPr/>
          </p:nvSpPr>
          <p:spPr>
            <a:xfrm>
              <a:off x="7781924" y="3790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0999" y="8347"/>
                  </a:lnTo>
                  <a:lnTo>
                    <a:pt x="227991" y="28120"/>
                  </a:lnTo>
                  <a:lnTo>
                    <a:pt x="257628" y="57756"/>
                  </a:lnTo>
                  <a:lnTo>
                    <a:pt x="277400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0" y="190999"/>
                  </a:lnTo>
                  <a:lnTo>
                    <a:pt x="257627" y="227992"/>
                  </a:lnTo>
                  <a:lnTo>
                    <a:pt x="227992" y="257628"/>
                  </a:lnTo>
                  <a:lnTo>
                    <a:pt x="190998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82" name="object 63">
              <a:extLst>
                <a:ext uri="{FF2B5EF4-FFF2-40B4-BE49-F238E27FC236}">
                  <a16:creationId xmlns:a16="http://schemas.microsoft.com/office/drawing/2014/main" id="{6BB75828-70CE-07EE-087C-9182E97B5B52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48599" y="3875484"/>
              <a:ext cx="150018" cy="116681"/>
            </a:xfrm>
            <a:prstGeom prst="rect">
              <a:avLst/>
            </a:prstGeom>
          </p:spPr>
        </p:pic>
        <p:sp>
          <p:nvSpPr>
            <p:cNvPr id="84" name="object 64">
              <a:extLst>
                <a:ext uri="{FF2B5EF4-FFF2-40B4-BE49-F238E27FC236}">
                  <a16:creationId xmlns:a16="http://schemas.microsoft.com/office/drawing/2014/main" id="{4A154DA3-CBD8-2F20-CF9D-1C74B8D3CE08}"/>
                </a:ext>
              </a:extLst>
            </p:cNvPr>
            <p:cNvSpPr/>
            <p:nvPr/>
          </p:nvSpPr>
          <p:spPr>
            <a:xfrm>
              <a:off x="7781924" y="4171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0999" y="8347"/>
                  </a:lnTo>
                  <a:lnTo>
                    <a:pt x="227991" y="28120"/>
                  </a:lnTo>
                  <a:lnTo>
                    <a:pt x="257628" y="57756"/>
                  </a:lnTo>
                  <a:lnTo>
                    <a:pt x="277400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0" y="190999"/>
                  </a:lnTo>
                  <a:lnTo>
                    <a:pt x="257627" y="227992"/>
                  </a:lnTo>
                  <a:lnTo>
                    <a:pt x="227992" y="257628"/>
                  </a:lnTo>
                  <a:lnTo>
                    <a:pt x="190998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85" name="object 65">
              <a:extLst>
                <a:ext uri="{FF2B5EF4-FFF2-40B4-BE49-F238E27FC236}">
                  <a16:creationId xmlns:a16="http://schemas.microsoft.com/office/drawing/2014/main" id="{911BB5D7-69FF-06A2-0F63-CEE037FD66F7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38267" y="4247186"/>
              <a:ext cx="168302" cy="135277"/>
            </a:xfrm>
            <a:prstGeom prst="rect">
              <a:avLst/>
            </a:prstGeom>
          </p:spPr>
        </p:pic>
      </p:grpSp>
      <p:sp>
        <p:nvSpPr>
          <p:cNvPr id="87" name="object 66">
            <a:extLst>
              <a:ext uri="{FF2B5EF4-FFF2-40B4-BE49-F238E27FC236}">
                <a16:creationId xmlns:a16="http://schemas.microsoft.com/office/drawing/2014/main" id="{8E205AF6-3A54-8525-7916-32FA800F9E33}"/>
              </a:ext>
            </a:extLst>
          </p:cNvPr>
          <p:cNvSpPr txBox="1"/>
          <p:nvPr/>
        </p:nvSpPr>
        <p:spPr>
          <a:xfrm>
            <a:off x="5444893" y="3234368"/>
            <a:ext cx="1037167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서비스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종속성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자동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매핑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88" name="object 67">
            <a:extLst>
              <a:ext uri="{FF2B5EF4-FFF2-40B4-BE49-F238E27FC236}">
                <a16:creationId xmlns:a16="http://schemas.microsoft.com/office/drawing/2014/main" id="{047B992B-E2BF-8481-E569-B5799CB9F6EA}"/>
              </a:ext>
            </a:extLst>
          </p:cNvPr>
          <p:cNvSpPr txBox="1"/>
          <p:nvPr/>
        </p:nvSpPr>
        <p:spPr>
          <a:xfrm>
            <a:off x="5444894" y="3488368"/>
            <a:ext cx="1195493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애플리케이션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인벤토리</a:t>
            </a:r>
            <a:r>
              <a:rPr sz="1000" spc="-6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검색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A11F828C-4D8E-7892-7369-67A3FDF8164A}"/>
              </a:ext>
            </a:extLst>
          </p:cNvPr>
          <p:cNvSpPr/>
          <p:nvPr/>
        </p:nvSpPr>
        <p:spPr>
          <a:xfrm>
            <a:off x="5410199" y="3871992"/>
            <a:ext cx="1371600" cy="19050"/>
          </a:xfrm>
          <a:custGeom>
            <a:avLst/>
            <a:gdLst/>
            <a:ahLst/>
            <a:cxnLst/>
            <a:rect l="l" t="t" r="r" b="b"/>
            <a:pathLst>
              <a:path w="2057400" h="28575">
                <a:moveTo>
                  <a:pt x="2057399" y="28574"/>
                </a:moveTo>
                <a:lnTo>
                  <a:pt x="0" y="28574"/>
                </a:lnTo>
                <a:lnTo>
                  <a:pt x="0" y="0"/>
                </a:lnTo>
                <a:lnTo>
                  <a:pt x="2057399" y="0"/>
                </a:lnTo>
                <a:lnTo>
                  <a:pt x="2057399" y="28574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000">
              <a:latin typeface="SUIT" pitchFamily="2" charset="-127"/>
              <a:ea typeface="SUIT" pitchFamily="2" charset="-127"/>
            </a:endParaRPr>
          </a:p>
        </p:txBody>
      </p:sp>
      <p:sp>
        <p:nvSpPr>
          <p:cNvPr id="90" name="object 69">
            <a:extLst>
              <a:ext uri="{FF2B5EF4-FFF2-40B4-BE49-F238E27FC236}">
                <a16:creationId xmlns:a16="http://schemas.microsoft.com/office/drawing/2014/main" id="{6DB6CC03-07A6-A518-5E4D-B80024879458}"/>
              </a:ext>
            </a:extLst>
          </p:cNvPr>
          <p:cNvSpPr/>
          <p:nvPr/>
        </p:nvSpPr>
        <p:spPr>
          <a:xfrm>
            <a:off x="8020049" y="1757442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4" y="1047749"/>
                </a:moveTo>
                <a:lnTo>
                  <a:pt x="485341" y="1046330"/>
                </a:lnTo>
                <a:lnTo>
                  <a:pt x="447007" y="1042079"/>
                </a:lnTo>
                <a:lnTo>
                  <a:pt x="409089" y="1035020"/>
                </a:lnTo>
                <a:lnTo>
                  <a:pt x="371801" y="1025191"/>
                </a:lnTo>
                <a:lnTo>
                  <a:pt x="335337" y="1012648"/>
                </a:lnTo>
                <a:lnTo>
                  <a:pt x="299888" y="997452"/>
                </a:lnTo>
                <a:lnTo>
                  <a:pt x="265654" y="979689"/>
                </a:lnTo>
                <a:lnTo>
                  <a:pt x="232825" y="959460"/>
                </a:lnTo>
                <a:lnTo>
                  <a:pt x="201573" y="936872"/>
                </a:lnTo>
                <a:lnTo>
                  <a:pt x="172062" y="912041"/>
                </a:lnTo>
                <a:lnTo>
                  <a:pt x="144457" y="885105"/>
                </a:lnTo>
                <a:lnTo>
                  <a:pt x="118914" y="856217"/>
                </a:lnTo>
                <a:lnTo>
                  <a:pt x="95565" y="825529"/>
                </a:lnTo>
                <a:lnTo>
                  <a:pt x="74532" y="793200"/>
                </a:lnTo>
                <a:lnTo>
                  <a:pt x="55935" y="759411"/>
                </a:lnTo>
                <a:lnTo>
                  <a:pt x="39877" y="724352"/>
                </a:lnTo>
                <a:lnTo>
                  <a:pt x="26442" y="688208"/>
                </a:lnTo>
                <a:lnTo>
                  <a:pt x="15699" y="651166"/>
                </a:lnTo>
                <a:lnTo>
                  <a:pt x="7710" y="613433"/>
                </a:lnTo>
                <a:lnTo>
                  <a:pt x="2521" y="575223"/>
                </a:lnTo>
                <a:lnTo>
                  <a:pt x="157" y="536735"/>
                </a:lnTo>
                <a:lnTo>
                  <a:pt x="0" y="523874"/>
                </a:lnTo>
                <a:lnTo>
                  <a:pt x="157" y="511014"/>
                </a:lnTo>
                <a:lnTo>
                  <a:pt x="2521" y="472526"/>
                </a:lnTo>
                <a:lnTo>
                  <a:pt x="7710" y="434316"/>
                </a:lnTo>
                <a:lnTo>
                  <a:pt x="15699" y="396583"/>
                </a:lnTo>
                <a:lnTo>
                  <a:pt x="26442" y="359541"/>
                </a:lnTo>
                <a:lnTo>
                  <a:pt x="39877" y="323396"/>
                </a:lnTo>
                <a:lnTo>
                  <a:pt x="55935" y="288338"/>
                </a:lnTo>
                <a:lnTo>
                  <a:pt x="74532" y="254549"/>
                </a:lnTo>
                <a:lnTo>
                  <a:pt x="95564" y="222220"/>
                </a:lnTo>
                <a:lnTo>
                  <a:pt x="118914" y="191532"/>
                </a:lnTo>
                <a:lnTo>
                  <a:pt x="144457" y="162644"/>
                </a:lnTo>
                <a:lnTo>
                  <a:pt x="172062" y="135708"/>
                </a:lnTo>
                <a:lnTo>
                  <a:pt x="201573" y="110877"/>
                </a:lnTo>
                <a:lnTo>
                  <a:pt x="232825" y="88288"/>
                </a:lnTo>
                <a:lnTo>
                  <a:pt x="265654" y="68059"/>
                </a:lnTo>
                <a:lnTo>
                  <a:pt x="299888" y="50297"/>
                </a:lnTo>
                <a:lnTo>
                  <a:pt x="335337" y="35101"/>
                </a:lnTo>
                <a:lnTo>
                  <a:pt x="371801" y="22558"/>
                </a:lnTo>
                <a:lnTo>
                  <a:pt x="409089" y="12729"/>
                </a:lnTo>
                <a:lnTo>
                  <a:pt x="447007" y="5669"/>
                </a:lnTo>
                <a:lnTo>
                  <a:pt x="485341" y="1419"/>
                </a:lnTo>
                <a:lnTo>
                  <a:pt x="523874" y="0"/>
                </a:lnTo>
                <a:lnTo>
                  <a:pt x="536735" y="157"/>
                </a:lnTo>
                <a:lnTo>
                  <a:pt x="575222" y="2522"/>
                </a:lnTo>
                <a:lnTo>
                  <a:pt x="613432" y="7711"/>
                </a:lnTo>
                <a:lnTo>
                  <a:pt x="651165" y="15699"/>
                </a:lnTo>
                <a:lnTo>
                  <a:pt x="688207" y="26441"/>
                </a:lnTo>
                <a:lnTo>
                  <a:pt x="724352" y="39877"/>
                </a:lnTo>
                <a:lnTo>
                  <a:pt x="759410" y="55935"/>
                </a:lnTo>
                <a:lnTo>
                  <a:pt x="793200" y="74531"/>
                </a:lnTo>
                <a:lnTo>
                  <a:pt x="825529" y="95564"/>
                </a:lnTo>
                <a:lnTo>
                  <a:pt x="856217" y="118914"/>
                </a:lnTo>
                <a:lnTo>
                  <a:pt x="885104" y="144457"/>
                </a:lnTo>
                <a:lnTo>
                  <a:pt x="912041" y="172061"/>
                </a:lnTo>
                <a:lnTo>
                  <a:pt x="936872" y="201573"/>
                </a:lnTo>
                <a:lnTo>
                  <a:pt x="959459" y="232825"/>
                </a:lnTo>
                <a:lnTo>
                  <a:pt x="979690" y="265654"/>
                </a:lnTo>
                <a:lnTo>
                  <a:pt x="997452" y="299889"/>
                </a:lnTo>
                <a:lnTo>
                  <a:pt x="1012648" y="335338"/>
                </a:lnTo>
                <a:lnTo>
                  <a:pt x="1025193" y="371801"/>
                </a:lnTo>
                <a:lnTo>
                  <a:pt x="1035020" y="409089"/>
                </a:lnTo>
                <a:lnTo>
                  <a:pt x="1042080" y="447006"/>
                </a:lnTo>
                <a:lnTo>
                  <a:pt x="1046332" y="485340"/>
                </a:lnTo>
                <a:lnTo>
                  <a:pt x="1047749" y="523874"/>
                </a:lnTo>
                <a:lnTo>
                  <a:pt x="1047592" y="536735"/>
                </a:lnTo>
                <a:lnTo>
                  <a:pt x="1045229" y="575223"/>
                </a:lnTo>
                <a:lnTo>
                  <a:pt x="1040037" y="613433"/>
                </a:lnTo>
                <a:lnTo>
                  <a:pt x="1032050" y="651166"/>
                </a:lnTo>
                <a:lnTo>
                  <a:pt x="1021309" y="688208"/>
                </a:lnTo>
                <a:lnTo>
                  <a:pt x="1007872" y="724352"/>
                </a:lnTo>
                <a:lnTo>
                  <a:pt x="991815" y="759411"/>
                </a:lnTo>
                <a:lnTo>
                  <a:pt x="973217" y="793200"/>
                </a:lnTo>
                <a:lnTo>
                  <a:pt x="952184" y="825529"/>
                </a:lnTo>
                <a:lnTo>
                  <a:pt x="928836" y="856217"/>
                </a:lnTo>
                <a:lnTo>
                  <a:pt x="903293" y="885105"/>
                </a:lnTo>
                <a:lnTo>
                  <a:pt x="875687" y="912041"/>
                </a:lnTo>
                <a:lnTo>
                  <a:pt x="846175" y="936872"/>
                </a:lnTo>
                <a:lnTo>
                  <a:pt x="814923" y="959460"/>
                </a:lnTo>
                <a:lnTo>
                  <a:pt x="782093" y="979689"/>
                </a:lnTo>
                <a:lnTo>
                  <a:pt x="747859" y="997452"/>
                </a:lnTo>
                <a:lnTo>
                  <a:pt x="712410" y="1012648"/>
                </a:lnTo>
                <a:lnTo>
                  <a:pt x="675948" y="1025191"/>
                </a:lnTo>
                <a:lnTo>
                  <a:pt x="638659" y="1035020"/>
                </a:lnTo>
                <a:lnTo>
                  <a:pt x="600742" y="1042079"/>
                </a:lnTo>
                <a:lnTo>
                  <a:pt x="562409" y="1046330"/>
                </a:lnTo>
                <a:lnTo>
                  <a:pt x="523874" y="10477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91" name="object 70">
            <a:extLst>
              <a:ext uri="{FF2B5EF4-FFF2-40B4-BE49-F238E27FC236}">
                <a16:creationId xmlns:a16="http://schemas.microsoft.com/office/drawing/2014/main" id="{07091509-FB4E-556B-7DCE-DDECD8CB327A}"/>
              </a:ext>
            </a:extLst>
          </p:cNvPr>
          <p:cNvSpPr txBox="1"/>
          <p:nvPr/>
        </p:nvSpPr>
        <p:spPr>
          <a:xfrm>
            <a:off x="8303285" y="1871272"/>
            <a:ext cx="137160" cy="28304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767" b="1" spc="-53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767">
              <a:latin typeface="Trebuchet MS"/>
              <a:cs typeface="Trebuchet MS"/>
            </a:endParaRPr>
          </a:p>
        </p:txBody>
      </p:sp>
      <p:pic>
        <p:nvPicPr>
          <p:cNvPr id="92" name="object 71">
            <a:extLst>
              <a:ext uri="{FF2B5EF4-FFF2-40B4-BE49-F238E27FC236}">
                <a16:creationId xmlns:a16="http://schemas.microsoft.com/office/drawing/2014/main" id="{49239096-7454-78E9-C382-ADDE1CF9FCBF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34250" y="2862342"/>
            <a:ext cx="2076449" cy="901699"/>
          </a:xfrm>
          <a:prstGeom prst="rect">
            <a:avLst/>
          </a:prstGeom>
        </p:spPr>
      </p:pic>
      <p:pic>
        <p:nvPicPr>
          <p:cNvPr id="93" name="object 72">
            <a:extLst>
              <a:ext uri="{FF2B5EF4-FFF2-40B4-BE49-F238E27FC236}">
                <a16:creationId xmlns:a16="http://schemas.microsoft.com/office/drawing/2014/main" id="{E0B16582-907F-BD6B-F477-880E46413F71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93099" y="2144792"/>
            <a:ext cx="153323" cy="153352"/>
          </a:xfrm>
          <a:prstGeom prst="rect">
            <a:avLst/>
          </a:prstGeom>
        </p:spPr>
      </p:pic>
      <p:sp>
        <p:nvSpPr>
          <p:cNvPr id="95" name="object 74">
            <a:extLst>
              <a:ext uri="{FF2B5EF4-FFF2-40B4-BE49-F238E27FC236}">
                <a16:creationId xmlns:a16="http://schemas.microsoft.com/office/drawing/2014/main" id="{004F28E3-3F80-E12D-8240-4F5F92E27250}"/>
              </a:ext>
            </a:extLst>
          </p:cNvPr>
          <p:cNvSpPr txBox="1"/>
          <p:nvPr/>
        </p:nvSpPr>
        <p:spPr>
          <a:xfrm>
            <a:off x="7720673" y="2975431"/>
            <a:ext cx="1395307" cy="163720"/>
          </a:xfrm>
          <a:prstGeom prst="rect">
            <a:avLst/>
          </a:prstGeom>
        </p:spPr>
        <p:txBody>
          <a:bodyPr vert="horz" wrap="square" lIns="0" tIns="9737" rIns="0" bIns="0" rtlCol="0">
            <a:spAutoFit/>
          </a:bodyPr>
          <a:lstStyle/>
          <a:p>
            <a:pPr marL="8467">
              <a:spcBef>
                <a:spcPts val="77"/>
              </a:spcBef>
            </a:pPr>
            <a:r>
              <a:rPr sz="1000" spc="-80" dirty="0"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1000" spc="27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마이그레이션</a:t>
            </a:r>
            <a:r>
              <a:rPr sz="1000" spc="-6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적합성</a:t>
            </a:r>
            <a:r>
              <a:rPr sz="1000" spc="-6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평가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96" name="object 75">
            <a:extLst>
              <a:ext uri="{FF2B5EF4-FFF2-40B4-BE49-F238E27FC236}">
                <a16:creationId xmlns:a16="http://schemas.microsoft.com/office/drawing/2014/main" id="{0099BA89-CA13-CDBE-AF7F-7D7D1E90F41F}"/>
              </a:ext>
            </a:extLst>
          </p:cNvPr>
          <p:cNvSpPr txBox="1"/>
          <p:nvPr/>
        </p:nvSpPr>
        <p:spPr>
          <a:xfrm>
            <a:off x="7720674" y="3229431"/>
            <a:ext cx="1236557" cy="163720"/>
          </a:xfrm>
          <a:prstGeom prst="rect">
            <a:avLst/>
          </a:prstGeom>
        </p:spPr>
        <p:txBody>
          <a:bodyPr vert="horz" wrap="square" lIns="0" tIns="9737" rIns="0" bIns="0" rtlCol="0">
            <a:spAutoFit/>
          </a:bodyPr>
          <a:lstStyle/>
          <a:p>
            <a:pPr marL="8467">
              <a:spcBef>
                <a:spcPts val="77"/>
              </a:spcBef>
            </a:pPr>
            <a:r>
              <a:rPr sz="1000" spc="-80" dirty="0"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1000" spc="20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리소스</a:t>
            </a:r>
            <a:r>
              <a:rPr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권장</a:t>
            </a:r>
            <a:r>
              <a:rPr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사양</a:t>
            </a:r>
            <a:r>
              <a:rPr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7" dirty="0">
                <a:latin typeface="SUIT" pitchFamily="2" charset="-127"/>
                <a:ea typeface="SUIT" pitchFamily="2" charset="-127"/>
                <a:cs typeface="Dotum"/>
              </a:rPr>
              <a:t>산출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97" name="object 76">
            <a:extLst>
              <a:ext uri="{FF2B5EF4-FFF2-40B4-BE49-F238E27FC236}">
                <a16:creationId xmlns:a16="http://schemas.microsoft.com/office/drawing/2014/main" id="{0F8D1DF2-42D7-DD65-52A4-C7857C841F8F}"/>
              </a:ext>
            </a:extLst>
          </p:cNvPr>
          <p:cNvSpPr txBox="1"/>
          <p:nvPr/>
        </p:nvSpPr>
        <p:spPr>
          <a:xfrm>
            <a:off x="7720674" y="3488368"/>
            <a:ext cx="106553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잠재적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이슈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제약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식별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98" name="object 77">
            <a:extLst>
              <a:ext uri="{FF2B5EF4-FFF2-40B4-BE49-F238E27FC236}">
                <a16:creationId xmlns:a16="http://schemas.microsoft.com/office/drawing/2014/main" id="{740933E3-5AF6-92DF-0B77-6D72DC80DC98}"/>
              </a:ext>
            </a:extLst>
          </p:cNvPr>
          <p:cNvSpPr/>
          <p:nvPr/>
        </p:nvSpPr>
        <p:spPr>
          <a:xfrm>
            <a:off x="7683500" y="3871992"/>
            <a:ext cx="1377950" cy="19050"/>
          </a:xfrm>
          <a:custGeom>
            <a:avLst/>
            <a:gdLst/>
            <a:ahLst/>
            <a:cxnLst/>
            <a:rect l="l" t="t" r="r" b="b"/>
            <a:pathLst>
              <a:path w="2066925" h="28575">
                <a:moveTo>
                  <a:pt x="2066924" y="28574"/>
                </a:moveTo>
                <a:lnTo>
                  <a:pt x="0" y="28574"/>
                </a:lnTo>
                <a:lnTo>
                  <a:pt x="0" y="0"/>
                </a:lnTo>
                <a:lnTo>
                  <a:pt x="2066924" y="0"/>
                </a:lnTo>
                <a:lnTo>
                  <a:pt x="2066924" y="28574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000">
              <a:latin typeface="SUIT" pitchFamily="2" charset="-127"/>
              <a:ea typeface="SUIT" pitchFamily="2" charset="-127"/>
            </a:endParaRPr>
          </a:p>
        </p:txBody>
      </p:sp>
      <p:sp>
        <p:nvSpPr>
          <p:cNvPr id="99" name="object 78">
            <a:extLst>
              <a:ext uri="{FF2B5EF4-FFF2-40B4-BE49-F238E27FC236}">
                <a16:creationId xmlns:a16="http://schemas.microsoft.com/office/drawing/2014/main" id="{9C316F76-4097-3D63-2218-AF7E570AC755}"/>
              </a:ext>
            </a:extLst>
          </p:cNvPr>
          <p:cNvSpPr/>
          <p:nvPr/>
        </p:nvSpPr>
        <p:spPr>
          <a:xfrm>
            <a:off x="10299699" y="1757442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4" y="1047749"/>
                </a:moveTo>
                <a:lnTo>
                  <a:pt x="485340" y="1046330"/>
                </a:lnTo>
                <a:lnTo>
                  <a:pt x="447006" y="1042079"/>
                </a:lnTo>
                <a:lnTo>
                  <a:pt x="409088" y="1035020"/>
                </a:lnTo>
                <a:lnTo>
                  <a:pt x="371801" y="1025191"/>
                </a:lnTo>
                <a:lnTo>
                  <a:pt x="335336" y="1012648"/>
                </a:lnTo>
                <a:lnTo>
                  <a:pt x="299887" y="997452"/>
                </a:lnTo>
                <a:lnTo>
                  <a:pt x="265652" y="979689"/>
                </a:lnTo>
                <a:lnTo>
                  <a:pt x="232822" y="959460"/>
                </a:lnTo>
                <a:lnTo>
                  <a:pt x="201572" y="936872"/>
                </a:lnTo>
                <a:lnTo>
                  <a:pt x="172061" y="912041"/>
                </a:lnTo>
                <a:lnTo>
                  <a:pt x="144456" y="885105"/>
                </a:lnTo>
                <a:lnTo>
                  <a:pt x="118912" y="856217"/>
                </a:lnTo>
                <a:lnTo>
                  <a:pt x="95562" y="825529"/>
                </a:lnTo>
                <a:lnTo>
                  <a:pt x="74530" y="793200"/>
                </a:lnTo>
                <a:lnTo>
                  <a:pt x="55934" y="759411"/>
                </a:lnTo>
                <a:lnTo>
                  <a:pt x="39876" y="724352"/>
                </a:lnTo>
                <a:lnTo>
                  <a:pt x="26441" y="688208"/>
                </a:lnTo>
                <a:lnTo>
                  <a:pt x="15698" y="651166"/>
                </a:lnTo>
                <a:lnTo>
                  <a:pt x="7710" y="613433"/>
                </a:lnTo>
                <a:lnTo>
                  <a:pt x="2521" y="575223"/>
                </a:lnTo>
                <a:lnTo>
                  <a:pt x="157" y="536735"/>
                </a:lnTo>
                <a:lnTo>
                  <a:pt x="0" y="523874"/>
                </a:lnTo>
                <a:lnTo>
                  <a:pt x="157" y="511014"/>
                </a:lnTo>
                <a:lnTo>
                  <a:pt x="2521" y="472526"/>
                </a:lnTo>
                <a:lnTo>
                  <a:pt x="7710" y="434316"/>
                </a:lnTo>
                <a:lnTo>
                  <a:pt x="15698" y="396583"/>
                </a:lnTo>
                <a:lnTo>
                  <a:pt x="26441" y="359541"/>
                </a:lnTo>
                <a:lnTo>
                  <a:pt x="39876" y="323396"/>
                </a:lnTo>
                <a:lnTo>
                  <a:pt x="55934" y="288338"/>
                </a:lnTo>
                <a:lnTo>
                  <a:pt x="74530" y="254549"/>
                </a:lnTo>
                <a:lnTo>
                  <a:pt x="95562" y="222220"/>
                </a:lnTo>
                <a:lnTo>
                  <a:pt x="118912" y="191532"/>
                </a:lnTo>
                <a:lnTo>
                  <a:pt x="144456" y="162644"/>
                </a:lnTo>
                <a:lnTo>
                  <a:pt x="172061" y="135708"/>
                </a:lnTo>
                <a:lnTo>
                  <a:pt x="201572" y="110877"/>
                </a:lnTo>
                <a:lnTo>
                  <a:pt x="232824" y="88288"/>
                </a:lnTo>
                <a:lnTo>
                  <a:pt x="265652" y="68059"/>
                </a:lnTo>
                <a:lnTo>
                  <a:pt x="299887" y="50297"/>
                </a:lnTo>
                <a:lnTo>
                  <a:pt x="335336" y="35101"/>
                </a:lnTo>
                <a:lnTo>
                  <a:pt x="371801" y="22558"/>
                </a:lnTo>
                <a:lnTo>
                  <a:pt x="409088" y="12729"/>
                </a:lnTo>
                <a:lnTo>
                  <a:pt x="447006" y="5669"/>
                </a:lnTo>
                <a:lnTo>
                  <a:pt x="485340" y="1419"/>
                </a:lnTo>
                <a:lnTo>
                  <a:pt x="523874" y="0"/>
                </a:lnTo>
                <a:lnTo>
                  <a:pt x="536735" y="157"/>
                </a:lnTo>
                <a:lnTo>
                  <a:pt x="575224" y="2522"/>
                </a:lnTo>
                <a:lnTo>
                  <a:pt x="613432" y="7711"/>
                </a:lnTo>
                <a:lnTo>
                  <a:pt x="651165" y="15699"/>
                </a:lnTo>
                <a:lnTo>
                  <a:pt x="688207" y="26441"/>
                </a:lnTo>
                <a:lnTo>
                  <a:pt x="724351" y="39877"/>
                </a:lnTo>
                <a:lnTo>
                  <a:pt x="759409" y="55935"/>
                </a:lnTo>
                <a:lnTo>
                  <a:pt x="793197" y="74531"/>
                </a:lnTo>
                <a:lnTo>
                  <a:pt x="825526" y="95564"/>
                </a:lnTo>
                <a:lnTo>
                  <a:pt x="856216" y="118914"/>
                </a:lnTo>
                <a:lnTo>
                  <a:pt x="885104" y="144457"/>
                </a:lnTo>
                <a:lnTo>
                  <a:pt x="912041" y="172061"/>
                </a:lnTo>
                <a:lnTo>
                  <a:pt x="936872" y="201573"/>
                </a:lnTo>
                <a:lnTo>
                  <a:pt x="959458" y="232825"/>
                </a:lnTo>
                <a:lnTo>
                  <a:pt x="979689" y="265654"/>
                </a:lnTo>
                <a:lnTo>
                  <a:pt x="997452" y="299889"/>
                </a:lnTo>
                <a:lnTo>
                  <a:pt x="1012647" y="335338"/>
                </a:lnTo>
                <a:lnTo>
                  <a:pt x="1025190" y="371801"/>
                </a:lnTo>
                <a:lnTo>
                  <a:pt x="1035019" y="409089"/>
                </a:lnTo>
                <a:lnTo>
                  <a:pt x="1042079" y="447006"/>
                </a:lnTo>
                <a:lnTo>
                  <a:pt x="1046331" y="485340"/>
                </a:lnTo>
                <a:lnTo>
                  <a:pt x="1047749" y="523874"/>
                </a:lnTo>
                <a:lnTo>
                  <a:pt x="1047592" y="536735"/>
                </a:lnTo>
                <a:lnTo>
                  <a:pt x="1045226" y="575223"/>
                </a:lnTo>
                <a:lnTo>
                  <a:pt x="1040036" y="613433"/>
                </a:lnTo>
                <a:lnTo>
                  <a:pt x="1032050" y="651166"/>
                </a:lnTo>
                <a:lnTo>
                  <a:pt x="1021307" y="688208"/>
                </a:lnTo>
                <a:lnTo>
                  <a:pt x="1007869" y="724352"/>
                </a:lnTo>
                <a:lnTo>
                  <a:pt x="991813" y="759411"/>
                </a:lnTo>
                <a:lnTo>
                  <a:pt x="973216" y="793200"/>
                </a:lnTo>
                <a:lnTo>
                  <a:pt x="952183" y="825529"/>
                </a:lnTo>
                <a:lnTo>
                  <a:pt x="928836" y="856217"/>
                </a:lnTo>
                <a:lnTo>
                  <a:pt x="903292" y="885105"/>
                </a:lnTo>
                <a:lnTo>
                  <a:pt x="875686" y="912041"/>
                </a:lnTo>
                <a:lnTo>
                  <a:pt x="846174" y="936872"/>
                </a:lnTo>
                <a:lnTo>
                  <a:pt x="814920" y="959460"/>
                </a:lnTo>
                <a:lnTo>
                  <a:pt x="782092" y="979689"/>
                </a:lnTo>
                <a:lnTo>
                  <a:pt x="747858" y="997452"/>
                </a:lnTo>
                <a:lnTo>
                  <a:pt x="712409" y="1012648"/>
                </a:lnTo>
                <a:lnTo>
                  <a:pt x="675948" y="1025191"/>
                </a:lnTo>
                <a:lnTo>
                  <a:pt x="638659" y="1035020"/>
                </a:lnTo>
                <a:lnTo>
                  <a:pt x="600742" y="1042079"/>
                </a:lnTo>
                <a:lnTo>
                  <a:pt x="562410" y="1046330"/>
                </a:lnTo>
                <a:lnTo>
                  <a:pt x="523874" y="10477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grpSp>
        <p:nvGrpSpPr>
          <p:cNvPr id="100" name="object 79">
            <a:extLst>
              <a:ext uri="{FF2B5EF4-FFF2-40B4-BE49-F238E27FC236}">
                <a16:creationId xmlns:a16="http://schemas.microsoft.com/office/drawing/2014/main" id="{895BCCE4-3B73-7348-61F0-68C9AFB4774F}"/>
              </a:ext>
            </a:extLst>
          </p:cNvPr>
          <p:cNvGrpSpPr/>
          <p:nvPr/>
        </p:nvGrpSpPr>
        <p:grpSpPr>
          <a:xfrm>
            <a:off x="9613899" y="2862342"/>
            <a:ext cx="2070100" cy="901700"/>
            <a:chOff x="14420848" y="3257549"/>
            <a:chExt cx="3105150" cy="1352550"/>
          </a:xfrm>
        </p:grpSpPr>
        <p:sp>
          <p:nvSpPr>
            <p:cNvPr id="101" name="object 80">
              <a:extLst>
                <a:ext uri="{FF2B5EF4-FFF2-40B4-BE49-F238E27FC236}">
                  <a16:creationId xmlns:a16="http://schemas.microsoft.com/office/drawing/2014/main" id="{46CBEFC3-2D2F-5F0B-E859-5A6150D8B31F}"/>
                </a:ext>
              </a:extLst>
            </p:cNvPr>
            <p:cNvSpPr/>
            <p:nvPr/>
          </p:nvSpPr>
          <p:spPr>
            <a:xfrm>
              <a:off x="14439898" y="3257549"/>
              <a:ext cx="3086100" cy="1352550"/>
            </a:xfrm>
            <a:custGeom>
              <a:avLst/>
              <a:gdLst/>
              <a:ahLst/>
              <a:cxnLst/>
              <a:rect l="l" t="t" r="r" b="b"/>
              <a:pathLst>
                <a:path w="3086100" h="1352550">
                  <a:moveTo>
                    <a:pt x="3014903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014903" y="0"/>
                  </a:lnTo>
                  <a:lnTo>
                    <a:pt x="3019858" y="488"/>
                  </a:lnTo>
                  <a:lnTo>
                    <a:pt x="3056393" y="15621"/>
                  </a:lnTo>
                  <a:lnTo>
                    <a:pt x="3082211" y="51661"/>
                  </a:lnTo>
                  <a:lnTo>
                    <a:pt x="3086098" y="71196"/>
                  </a:lnTo>
                  <a:lnTo>
                    <a:pt x="3086098" y="1281353"/>
                  </a:lnTo>
                  <a:lnTo>
                    <a:pt x="3070475" y="1322844"/>
                  </a:lnTo>
                  <a:lnTo>
                    <a:pt x="3034435" y="1348663"/>
                  </a:lnTo>
                  <a:lnTo>
                    <a:pt x="3014903" y="13525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sp>
          <p:nvSpPr>
            <p:cNvPr id="102" name="object 81">
              <a:extLst>
                <a:ext uri="{FF2B5EF4-FFF2-40B4-BE49-F238E27FC236}">
                  <a16:creationId xmlns:a16="http://schemas.microsoft.com/office/drawing/2014/main" id="{CB215589-C266-8470-66E8-A9D69B964AD1}"/>
                </a:ext>
              </a:extLst>
            </p:cNvPr>
            <p:cNvSpPr/>
            <p:nvPr/>
          </p:nvSpPr>
          <p:spPr>
            <a:xfrm>
              <a:off x="14420837" y="3257549"/>
              <a:ext cx="476250" cy="1352550"/>
            </a:xfrm>
            <a:custGeom>
              <a:avLst/>
              <a:gdLst/>
              <a:ahLst/>
              <a:cxnLst/>
              <a:rect l="l" t="t" r="r" b="b"/>
              <a:pathLst>
                <a:path w="476250" h="1352550">
                  <a:moveTo>
                    <a:pt x="3810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38100" y="1352550"/>
                  </a:lnTo>
                  <a:lnTo>
                    <a:pt x="38100" y="0"/>
                  </a:lnTo>
                  <a:close/>
                </a:path>
                <a:path w="476250" h="1352550">
                  <a:moveTo>
                    <a:pt x="476250" y="295275"/>
                  </a:moveTo>
                  <a:lnTo>
                    <a:pt x="470103" y="253809"/>
                  </a:lnTo>
                  <a:lnTo>
                    <a:pt x="452170" y="215900"/>
                  </a:lnTo>
                  <a:lnTo>
                    <a:pt x="424014" y="184835"/>
                  </a:lnTo>
                  <a:lnTo>
                    <a:pt x="388048" y="163283"/>
                  </a:lnTo>
                  <a:lnTo>
                    <a:pt x="347383" y="153098"/>
                  </a:lnTo>
                  <a:lnTo>
                    <a:pt x="333375" y="152400"/>
                  </a:lnTo>
                  <a:lnTo>
                    <a:pt x="326364" y="152577"/>
                  </a:lnTo>
                  <a:lnTo>
                    <a:pt x="285254" y="160756"/>
                  </a:lnTo>
                  <a:lnTo>
                    <a:pt x="248259" y="180530"/>
                  </a:lnTo>
                  <a:lnTo>
                    <a:pt x="218617" y="210159"/>
                  </a:lnTo>
                  <a:lnTo>
                    <a:pt x="198856" y="247154"/>
                  </a:lnTo>
                  <a:lnTo>
                    <a:pt x="190677" y="288264"/>
                  </a:lnTo>
                  <a:lnTo>
                    <a:pt x="190500" y="295275"/>
                  </a:lnTo>
                  <a:lnTo>
                    <a:pt x="190677" y="302298"/>
                  </a:lnTo>
                  <a:lnTo>
                    <a:pt x="198856" y="343408"/>
                  </a:lnTo>
                  <a:lnTo>
                    <a:pt x="218617" y="380403"/>
                  </a:lnTo>
                  <a:lnTo>
                    <a:pt x="248259" y="410032"/>
                  </a:lnTo>
                  <a:lnTo>
                    <a:pt x="285254" y="429806"/>
                  </a:lnTo>
                  <a:lnTo>
                    <a:pt x="326364" y="437984"/>
                  </a:lnTo>
                  <a:lnTo>
                    <a:pt x="333375" y="438150"/>
                  </a:lnTo>
                  <a:lnTo>
                    <a:pt x="340398" y="437984"/>
                  </a:lnTo>
                  <a:lnTo>
                    <a:pt x="381508" y="429806"/>
                  </a:lnTo>
                  <a:lnTo>
                    <a:pt x="418490" y="410032"/>
                  </a:lnTo>
                  <a:lnTo>
                    <a:pt x="448132" y="380403"/>
                  </a:lnTo>
                  <a:lnTo>
                    <a:pt x="467906" y="343408"/>
                  </a:lnTo>
                  <a:lnTo>
                    <a:pt x="476084" y="302298"/>
                  </a:lnTo>
                  <a:lnTo>
                    <a:pt x="476250" y="29527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103" name="object 82">
              <a:extLst>
                <a:ext uri="{FF2B5EF4-FFF2-40B4-BE49-F238E27FC236}">
                  <a16:creationId xmlns:a16="http://schemas.microsoft.com/office/drawing/2014/main" id="{0B60B332-1458-3736-EEAB-872486B0FF7D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686358" y="3486149"/>
              <a:ext cx="141423" cy="133350"/>
            </a:xfrm>
            <a:prstGeom prst="rect">
              <a:avLst/>
            </a:prstGeom>
          </p:spPr>
        </p:pic>
      </p:grpSp>
      <p:sp>
        <p:nvSpPr>
          <p:cNvPr id="104" name="object 83">
            <a:extLst>
              <a:ext uri="{FF2B5EF4-FFF2-40B4-BE49-F238E27FC236}">
                <a16:creationId xmlns:a16="http://schemas.microsoft.com/office/drawing/2014/main" id="{F518505F-B339-1072-90A1-056387782F05}"/>
              </a:ext>
            </a:extLst>
          </p:cNvPr>
          <p:cNvSpPr txBox="1"/>
          <p:nvPr/>
        </p:nvSpPr>
        <p:spPr>
          <a:xfrm>
            <a:off x="10579067" y="1871272"/>
            <a:ext cx="137160" cy="28304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767" b="1" spc="-53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767">
              <a:latin typeface="Trebuchet MS"/>
              <a:cs typeface="Trebuchet MS"/>
            </a:endParaRPr>
          </a:p>
        </p:txBody>
      </p:sp>
      <p:pic>
        <p:nvPicPr>
          <p:cNvPr id="105" name="object 84">
            <a:extLst>
              <a:ext uri="{FF2B5EF4-FFF2-40B4-BE49-F238E27FC236}">
                <a16:creationId xmlns:a16="http://schemas.microsoft.com/office/drawing/2014/main" id="{9054CFFA-D8A0-CDD9-F0E9-5FE245FFE7BC}"/>
              </a:ext>
            </a:extLst>
          </p:cNvPr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591800" y="2144792"/>
            <a:ext cx="114300" cy="152400"/>
          </a:xfrm>
          <a:prstGeom prst="rect">
            <a:avLst/>
          </a:prstGeom>
        </p:spPr>
      </p:pic>
      <p:sp>
        <p:nvSpPr>
          <p:cNvPr id="106" name="object 85">
            <a:extLst>
              <a:ext uri="{FF2B5EF4-FFF2-40B4-BE49-F238E27FC236}">
                <a16:creationId xmlns:a16="http://schemas.microsoft.com/office/drawing/2014/main" id="{3A0B94E2-8D80-7446-910D-BC6B92399A6C}"/>
              </a:ext>
            </a:extLst>
          </p:cNvPr>
          <p:cNvSpPr txBox="1"/>
          <p:nvPr/>
        </p:nvSpPr>
        <p:spPr>
          <a:xfrm>
            <a:off x="9855251" y="2570666"/>
            <a:ext cx="1759388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200" dirty="0">
                <a:latin typeface="SUIT ExtraBold" pitchFamily="2" charset="-127"/>
                <a:ea typeface="SUIT ExtraBold" pitchFamily="2" charset="-127"/>
                <a:cs typeface="Malgun Gothic"/>
              </a:rPr>
              <a:t>보고서 및 비즈니스 케이스</a:t>
            </a:r>
            <a:endParaRPr sz="1200" dirty="0">
              <a:latin typeface="SUIT ExtraBold" pitchFamily="2" charset="-127"/>
              <a:ea typeface="SUIT ExtraBold" pitchFamily="2" charset="-127"/>
              <a:cs typeface="Malgun Gothic"/>
            </a:endParaRPr>
          </a:p>
        </p:txBody>
      </p:sp>
      <p:sp>
        <p:nvSpPr>
          <p:cNvPr id="107" name="object 86">
            <a:extLst>
              <a:ext uri="{FF2B5EF4-FFF2-40B4-BE49-F238E27FC236}">
                <a16:creationId xmlns:a16="http://schemas.microsoft.com/office/drawing/2014/main" id="{8160562B-0FAD-9A9A-8773-01EB89467527}"/>
              </a:ext>
            </a:extLst>
          </p:cNvPr>
          <p:cNvSpPr txBox="1"/>
          <p:nvPr/>
        </p:nvSpPr>
        <p:spPr>
          <a:xfrm>
            <a:off x="9996554" y="2980368"/>
            <a:ext cx="94361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종합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평가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보고서</a:t>
            </a:r>
            <a:r>
              <a:rPr sz="1000" spc="-73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작성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08" name="object 87">
            <a:extLst>
              <a:ext uri="{FF2B5EF4-FFF2-40B4-BE49-F238E27FC236}">
                <a16:creationId xmlns:a16="http://schemas.microsoft.com/office/drawing/2014/main" id="{993432ED-E15F-3DD8-F634-BA2E2A6FD5C3}"/>
              </a:ext>
            </a:extLst>
          </p:cNvPr>
          <p:cNvGrpSpPr/>
          <p:nvPr/>
        </p:nvGrpSpPr>
        <p:grpSpPr>
          <a:xfrm>
            <a:off x="9740899" y="3217942"/>
            <a:ext cx="190500" cy="444500"/>
            <a:chOff x="14611348" y="3790949"/>
            <a:chExt cx="285750" cy="666750"/>
          </a:xfrm>
        </p:grpSpPr>
        <p:sp>
          <p:nvSpPr>
            <p:cNvPr id="109" name="object 88">
              <a:extLst>
                <a:ext uri="{FF2B5EF4-FFF2-40B4-BE49-F238E27FC236}">
                  <a16:creationId xmlns:a16="http://schemas.microsoft.com/office/drawing/2014/main" id="{9331133B-825B-0E74-8672-004773BD32A6}"/>
                </a:ext>
              </a:extLst>
            </p:cNvPr>
            <p:cNvSpPr/>
            <p:nvPr/>
          </p:nvSpPr>
          <p:spPr>
            <a:xfrm>
              <a:off x="14611348" y="3790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7" y="279598"/>
                  </a:lnTo>
                  <a:lnTo>
                    <a:pt x="63494" y="261670"/>
                  </a:lnTo>
                  <a:lnTo>
                    <a:pt x="32427" y="233514"/>
                  </a:lnTo>
                  <a:lnTo>
                    <a:pt x="10873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0" y="135855"/>
                  </a:lnTo>
                  <a:lnTo>
                    <a:pt x="8345" y="94748"/>
                  </a:lnTo>
                  <a:lnTo>
                    <a:pt x="28118" y="57756"/>
                  </a:lnTo>
                  <a:lnTo>
                    <a:pt x="57755" y="28120"/>
                  </a:lnTo>
                  <a:lnTo>
                    <a:pt x="94747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8" y="8347"/>
                  </a:lnTo>
                  <a:lnTo>
                    <a:pt x="227991" y="28120"/>
                  </a:lnTo>
                  <a:lnTo>
                    <a:pt x="257627" y="57756"/>
                  </a:lnTo>
                  <a:lnTo>
                    <a:pt x="277400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0" y="190999"/>
                  </a:lnTo>
                  <a:lnTo>
                    <a:pt x="257627" y="227992"/>
                  </a:lnTo>
                  <a:lnTo>
                    <a:pt x="227991" y="257628"/>
                  </a:lnTo>
                  <a:lnTo>
                    <a:pt x="190998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110" name="object 89">
              <a:extLst>
                <a:ext uri="{FF2B5EF4-FFF2-40B4-BE49-F238E27FC236}">
                  <a16:creationId xmlns:a16="http://schemas.microsoft.com/office/drawing/2014/main" id="{67D5110B-D39A-F7C3-241B-B607ACC72491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709620" y="3867149"/>
              <a:ext cx="76650" cy="133350"/>
            </a:xfrm>
            <a:prstGeom prst="rect">
              <a:avLst/>
            </a:prstGeom>
          </p:spPr>
        </p:pic>
        <p:sp>
          <p:nvSpPr>
            <p:cNvPr id="111" name="object 90">
              <a:extLst>
                <a:ext uri="{FF2B5EF4-FFF2-40B4-BE49-F238E27FC236}">
                  <a16:creationId xmlns:a16="http://schemas.microsoft.com/office/drawing/2014/main" id="{139DEF74-F167-4806-409D-1446F293F50C}"/>
                </a:ext>
              </a:extLst>
            </p:cNvPr>
            <p:cNvSpPr/>
            <p:nvPr/>
          </p:nvSpPr>
          <p:spPr>
            <a:xfrm>
              <a:off x="14611348" y="41719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7" y="279598"/>
                  </a:lnTo>
                  <a:lnTo>
                    <a:pt x="63494" y="261670"/>
                  </a:lnTo>
                  <a:lnTo>
                    <a:pt x="32427" y="233514"/>
                  </a:lnTo>
                  <a:lnTo>
                    <a:pt x="10873" y="197550"/>
                  </a:lnTo>
                  <a:lnTo>
                    <a:pt x="685" y="156879"/>
                  </a:lnTo>
                  <a:lnTo>
                    <a:pt x="0" y="142874"/>
                  </a:lnTo>
                  <a:lnTo>
                    <a:pt x="170" y="135855"/>
                  </a:lnTo>
                  <a:lnTo>
                    <a:pt x="8345" y="94749"/>
                  </a:lnTo>
                  <a:lnTo>
                    <a:pt x="28118" y="57756"/>
                  </a:lnTo>
                  <a:lnTo>
                    <a:pt x="57755" y="28120"/>
                  </a:lnTo>
                  <a:lnTo>
                    <a:pt x="94747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8" y="8347"/>
                  </a:lnTo>
                  <a:lnTo>
                    <a:pt x="227991" y="28120"/>
                  </a:lnTo>
                  <a:lnTo>
                    <a:pt x="257627" y="57756"/>
                  </a:lnTo>
                  <a:lnTo>
                    <a:pt x="277400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0" y="190999"/>
                  </a:lnTo>
                  <a:lnTo>
                    <a:pt x="257627" y="227992"/>
                  </a:lnTo>
                  <a:lnTo>
                    <a:pt x="227991" y="257628"/>
                  </a:lnTo>
                  <a:lnTo>
                    <a:pt x="190998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00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112" name="object 91">
              <a:extLst>
                <a:ext uri="{FF2B5EF4-FFF2-40B4-BE49-F238E27FC236}">
                  <a16:creationId xmlns:a16="http://schemas.microsoft.com/office/drawing/2014/main" id="{E02F1CCE-4E73-DD63-E4BB-1ED8B4B4B5DA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678024" y="4256484"/>
              <a:ext cx="150018" cy="116681"/>
            </a:xfrm>
            <a:prstGeom prst="rect">
              <a:avLst/>
            </a:prstGeom>
          </p:spPr>
        </p:pic>
      </p:grpSp>
      <p:sp>
        <p:nvSpPr>
          <p:cNvPr id="113" name="object 92">
            <a:extLst>
              <a:ext uri="{FF2B5EF4-FFF2-40B4-BE49-F238E27FC236}">
                <a16:creationId xmlns:a16="http://schemas.microsoft.com/office/drawing/2014/main" id="{8C4EA993-DD8D-F476-EC35-DF94A8C2105C}"/>
              </a:ext>
            </a:extLst>
          </p:cNvPr>
          <p:cNvSpPr txBox="1"/>
          <p:nvPr/>
        </p:nvSpPr>
        <p:spPr>
          <a:xfrm>
            <a:off x="9996554" y="3229431"/>
            <a:ext cx="858097" cy="163720"/>
          </a:xfrm>
          <a:prstGeom prst="rect">
            <a:avLst/>
          </a:prstGeom>
        </p:spPr>
        <p:txBody>
          <a:bodyPr vert="horz" wrap="square" lIns="0" tIns="9737" rIns="0" bIns="0" rtlCol="0">
            <a:spAutoFit/>
          </a:bodyPr>
          <a:lstStyle/>
          <a:p>
            <a:pPr marL="8467">
              <a:spcBef>
                <a:spcPts val="77"/>
              </a:spcBef>
            </a:pPr>
            <a:r>
              <a:rPr sz="1000" spc="-113" dirty="0">
                <a:latin typeface="SUIT" pitchFamily="2" charset="-127"/>
                <a:ea typeface="SUIT" pitchFamily="2" charset="-127"/>
                <a:cs typeface="Noto Sans JP"/>
              </a:rPr>
              <a:t>TCO</a:t>
            </a:r>
            <a:r>
              <a:rPr sz="1000" spc="20" dirty="0"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기반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비용</a:t>
            </a:r>
            <a:r>
              <a:rPr sz="1000" spc="-70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분석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14" name="object 93">
            <a:extLst>
              <a:ext uri="{FF2B5EF4-FFF2-40B4-BE49-F238E27FC236}">
                <a16:creationId xmlns:a16="http://schemas.microsoft.com/office/drawing/2014/main" id="{22CF4C52-B4CB-C70E-E2AE-54265B2C6D54}"/>
              </a:ext>
            </a:extLst>
          </p:cNvPr>
          <p:cNvSpPr txBox="1"/>
          <p:nvPr/>
        </p:nvSpPr>
        <p:spPr>
          <a:xfrm>
            <a:off x="9996554" y="3488368"/>
            <a:ext cx="1102359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마이그레이션</a:t>
            </a:r>
            <a:r>
              <a:rPr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latin typeface="SUIT" pitchFamily="2" charset="-127"/>
                <a:ea typeface="SUIT" pitchFamily="2" charset="-127"/>
                <a:cs typeface="Dotum"/>
              </a:rPr>
              <a:t>로드맵</a:t>
            </a:r>
            <a:r>
              <a:rPr sz="1000" spc="-67" dirty="0"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latin typeface="SUIT" pitchFamily="2" charset="-127"/>
                <a:ea typeface="SUIT" pitchFamily="2" charset="-127"/>
                <a:cs typeface="Dotum"/>
              </a:rPr>
              <a:t>제안</a:t>
            </a:r>
            <a:endParaRPr sz="1000"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D84E319-B361-C5DA-41B4-87747FC103CF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</a:rPr>
              <a:t>08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평가 상세 절차</a:t>
            </a:r>
          </a:p>
        </p:txBody>
      </p:sp>
      <p:sp>
        <p:nvSpPr>
          <p:cNvPr id="116" name="object 42">
            <a:extLst>
              <a:ext uri="{FF2B5EF4-FFF2-40B4-BE49-F238E27FC236}">
                <a16:creationId xmlns:a16="http://schemas.microsoft.com/office/drawing/2014/main" id="{87E8391E-8BD8-8E27-BA50-9DA1A5483A73}"/>
              </a:ext>
            </a:extLst>
          </p:cNvPr>
          <p:cNvSpPr txBox="1"/>
          <p:nvPr/>
        </p:nvSpPr>
        <p:spPr>
          <a:xfrm>
            <a:off x="960898" y="2576416"/>
            <a:ext cx="1727675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200" b="1" dirty="0">
                <a:latin typeface="SUIT ExtraBold" pitchFamily="2" charset="-127"/>
                <a:ea typeface="SUIT ExtraBold" pitchFamily="2" charset="-127"/>
                <a:cs typeface="Malgun Gothic"/>
              </a:rPr>
              <a:t>초기 환경 정보 수집</a:t>
            </a:r>
          </a:p>
        </p:txBody>
      </p:sp>
      <p:sp>
        <p:nvSpPr>
          <p:cNvPr id="117" name="object 59">
            <a:extLst>
              <a:ext uri="{FF2B5EF4-FFF2-40B4-BE49-F238E27FC236}">
                <a16:creationId xmlns:a16="http://schemas.microsoft.com/office/drawing/2014/main" id="{E89D703A-0B44-FC4B-EEB3-06B7F3B36B5E}"/>
              </a:ext>
            </a:extLst>
          </p:cNvPr>
          <p:cNvSpPr txBox="1"/>
          <p:nvPr/>
        </p:nvSpPr>
        <p:spPr>
          <a:xfrm>
            <a:off x="7846575" y="2567791"/>
            <a:ext cx="1458447" cy="192787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lang="ko-KR" altLang="en-US" sz="1200">
                <a:latin typeface="SUIT ExtraBold" pitchFamily="2" charset="-127"/>
                <a:ea typeface="SUIT ExtraBold" pitchFamily="2" charset="-127"/>
                <a:cs typeface="Trebuchet MS"/>
              </a:rPr>
              <a:t>평가 생성 및 분석</a:t>
            </a:r>
            <a:endParaRPr sz="1200" dirty="0">
              <a:latin typeface="SUIT ExtraBold" pitchFamily="2" charset="-127"/>
              <a:ea typeface="SUIT ExtraBold" pitchFamily="2" charset="-12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6066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8736-5500-7F8F-64DD-A5FE2028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B12FF9-C51D-38BB-3151-FB22B8A5538F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87CF7A-1681-B2A9-F86A-CA9FC8EB6C6A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015DBE0A-CB7F-BF7D-7A6A-3D8CC78F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0D544F-B771-7C3F-8EAF-6BAE46450BE9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SUIT SemiBold" pitchFamily="2" charset="-127"/>
                <a:ea typeface="SUIT SemiBold" pitchFamily="2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SUIT SemiBold" pitchFamily="2" charset="-127"/>
              <a:ea typeface="SUIT SemiBold" pitchFamily="2" charset="-127"/>
              <a:cs typeface="SUIT" panose="02000503000000020004" pitchFamily="50" charset="-127"/>
            </a:endParaRPr>
          </a:p>
        </p:txBody>
      </p:sp>
      <p:grpSp>
        <p:nvGrpSpPr>
          <p:cNvPr id="61" name="object 7">
            <a:extLst>
              <a:ext uri="{FF2B5EF4-FFF2-40B4-BE49-F238E27FC236}">
                <a16:creationId xmlns:a16="http://schemas.microsoft.com/office/drawing/2014/main" id="{4D9931ED-45BD-BCE2-7D52-F8CCF85C34B6}"/>
              </a:ext>
            </a:extLst>
          </p:cNvPr>
          <p:cNvGrpSpPr/>
          <p:nvPr/>
        </p:nvGrpSpPr>
        <p:grpSpPr>
          <a:xfrm>
            <a:off x="507999" y="1067329"/>
            <a:ext cx="254000" cy="254000"/>
            <a:chOff x="761999" y="1600199"/>
            <a:chExt cx="381000" cy="381000"/>
          </a:xfrm>
        </p:grpSpPr>
        <p:sp>
          <p:nvSpPr>
            <p:cNvPr id="62" name="object 8">
              <a:extLst>
                <a:ext uri="{FF2B5EF4-FFF2-40B4-BE49-F238E27FC236}">
                  <a16:creationId xmlns:a16="http://schemas.microsoft.com/office/drawing/2014/main" id="{5C3EC4ED-9DC4-F977-7E71-AB21D7ADE32D}"/>
                </a:ext>
              </a:extLst>
            </p:cNvPr>
            <p:cNvSpPr/>
            <p:nvPr/>
          </p:nvSpPr>
          <p:spPr>
            <a:xfrm>
              <a:off x="761999" y="1600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200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200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64" name="object 9">
              <a:extLst>
                <a:ext uri="{FF2B5EF4-FFF2-40B4-BE49-F238E27FC236}">
                  <a16:creationId xmlns:a16="http://schemas.microsoft.com/office/drawing/2014/main" id="{1BF3B4FE-2E15-84AE-E295-430B64CE566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497" y="1676399"/>
              <a:ext cx="237708" cy="229492"/>
            </a:xfrm>
            <a:prstGeom prst="rect">
              <a:avLst/>
            </a:prstGeom>
          </p:spPr>
        </p:pic>
      </p:grpSp>
      <p:sp>
        <p:nvSpPr>
          <p:cNvPr id="65" name="object 10">
            <a:extLst>
              <a:ext uri="{FF2B5EF4-FFF2-40B4-BE49-F238E27FC236}">
                <a16:creationId xmlns:a16="http://schemas.microsoft.com/office/drawing/2014/main" id="{08D9AA72-BD66-7742-6D29-D8F7BEC4F2CD}"/>
              </a:ext>
            </a:extLst>
          </p:cNvPr>
          <p:cNvSpPr txBox="1"/>
          <p:nvPr/>
        </p:nvSpPr>
        <p:spPr>
          <a:xfrm>
            <a:off x="855133" y="1077151"/>
            <a:ext cx="577850" cy="2265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400" b="1" spc="-253" dirty="0">
                <a:latin typeface="SUIT SemiBold" pitchFamily="2" charset="-127"/>
                <a:ea typeface="SUIT SemiBold" pitchFamily="2" charset="-127"/>
                <a:cs typeface="Malgun Gothic"/>
              </a:rPr>
              <a:t>기대효과</a:t>
            </a:r>
            <a:endParaRPr sz="1400" dirty="0">
              <a:latin typeface="SUIT SemiBold" pitchFamily="2" charset="-127"/>
              <a:ea typeface="SUIT SemiBold" pitchFamily="2" charset="-127"/>
              <a:cs typeface="Malgun Gothic"/>
            </a:endParaRPr>
          </a:p>
        </p:txBody>
      </p:sp>
      <p:grpSp>
        <p:nvGrpSpPr>
          <p:cNvPr id="67" name="object 11">
            <a:extLst>
              <a:ext uri="{FF2B5EF4-FFF2-40B4-BE49-F238E27FC236}">
                <a16:creationId xmlns:a16="http://schemas.microsoft.com/office/drawing/2014/main" id="{4D2FB53A-061F-31D9-DAB2-05E1FA09FDED}"/>
              </a:ext>
            </a:extLst>
          </p:cNvPr>
          <p:cNvGrpSpPr/>
          <p:nvPr/>
        </p:nvGrpSpPr>
        <p:grpSpPr>
          <a:xfrm>
            <a:off x="507999" y="1473729"/>
            <a:ext cx="2654300" cy="1168400"/>
            <a:chOff x="761999" y="2209799"/>
            <a:chExt cx="3981450" cy="1752600"/>
          </a:xfrm>
        </p:grpSpPr>
        <p:sp>
          <p:nvSpPr>
            <p:cNvPr id="68" name="object 12">
              <a:extLst>
                <a:ext uri="{FF2B5EF4-FFF2-40B4-BE49-F238E27FC236}">
                  <a16:creationId xmlns:a16="http://schemas.microsoft.com/office/drawing/2014/main" id="{0D0917C1-8D0B-66E9-D88D-A0296066BB38}"/>
                </a:ext>
              </a:extLst>
            </p:cNvPr>
            <p:cNvSpPr/>
            <p:nvPr/>
          </p:nvSpPr>
          <p:spPr>
            <a:xfrm>
              <a:off x="761999" y="2228849"/>
              <a:ext cx="3981450" cy="1733550"/>
            </a:xfrm>
            <a:custGeom>
              <a:avLst/>
              <a:gdLst/>
              <a:ahLst/>
              <a:cxnLst/>
              <a:rect l="l" t="t" r="r" b="b"/>
              <a:pathLst>
                <a:path w="3981450" h="1733550">
                  <a:moveTo>
                    <a:pt x="3910253" y="1733549"/>
                  </a:moveTo>
                  <a:lnTo>
                    <a:pt x="71196" y="1733549"/>
                  </a:lnTo>
                  <a:lnTo>
                    <a:pt x="66241" y="1733061"/>
                  </a:lnTo>
                  <a:lnTo>
                    <a:pt x="29705" y="1717927"/>
                  </a:lnTo>
                  <a:lnTo>
                    <a:pt x="3885" y="1681886"/>
                  </a:lnTo>
                  <a:lnTo>
                    <a:pt x="0" y="1662352"/>
                  </a:lnTo>
                  <a:lnTo>
                    <a:pt x="0" y="16573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29"/>
                  </a:lnTo>
                  <a:lnTo>
                    <a:pt x="71196" y="0"/>
                  </a:lnTo>
                  <a:lnTo>
                    <a:pt x="3910253" y="0"/>
                  </a:lnTo>
                  <a:lnTo>
                    <a:pt x="3951743" y="11715"/>
                  </a:lnTo>
                  <a:lnTo>
                    <a:pt x="3979008" y="42319"/>
                  </a:lnTo>
                  <a:lnTo>
                    <a:pt x="3981449" y="53397"/>
                  </a:lnTo>
                  <a:lnTo>
                    <a:pt x="3981449" y="1662352"/>
                  </a:lnTo>
                  <a:lnTo>
                    <a:pt x="3965827" y="1703843"/>
                  </a:lnTo>
                  <a:lnTo>
                    <a:pt x="3929787" y="1729663"/>
                  </a:lnTo>
                  <a:lnTo>
                    <a:pt x="3915208" y="1733061"/>
                  </a:lnTo>
                  <a:lnTo>
                    <a:pt x="3910253" y="17335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69" name="object 13">
              <a:extLst>
                <a:ext uri="{FF2B5EF4-FFF2-40B4-BE49-F238E27FC236}">
                  <a16:creationId xmlns:a16="http://schemas.microsoft.com/office/drawing/2014/main" id="{5C059C3E-0905-D2E7-D6F4-3D0046733F7F}"/>
                </a:ext>
              </a:extLst>
            </p:cNvPr>
            <p:cNvSpPr/>
            <p:nvPr/>
          </p:nvSpPr>
          <p:spPr>
            <a:xfrm>
              <a:off x="762277" y="2209799"/>
              <a:ext cx="3981450" cy="70485"/>
            </a:xfrm>
            <a:custGeom>
              <a:avLst/>
              <a:gdLst/>
              <a:ahLst/>
              <a:cxnLst/>
              <a:rect l="l" t="t" r="r" b="b"/>
              <a:pathLst>
                <a:path w="398145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904972" y="0"/>
                  </a:lnTo>
                  <a:lnTo>
                    <a:pt x="3947314" y="12829"/>
                  </a:lnTo>
                  <a:lnTo>
                    <a:pt x="3970881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981450" h="70485">
                  <a:moveTo>
                    <a:pt x="3980894" y="70449"/>
                  </a:moveTo>
                  <a:lnTo>
                    <a:pt x="3947314" y="44514"/>
                  </a:lnTo>
                  <a:lnTo>
                    <a:pt x="3904972" y="38099"/>
                  </a:lnTo>
                  <a:lnTo>
                    <a:pt x="3970881" y="38099"/>
                  </a:lnTo>
                  <a:lnTo>
                    <a:pt x="3980809" y="68693"/>
                  </a:lnTo>
                  <a:lnTo>
                    <a:pt x="3980894" y="704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70" name="object 14">
              <a:extLst>
                <a:ext uri="{FF2B5EF4-FFF2-40B4-BE49-F238E27FC236}">
                  <a16:creationId xmlns:a16="http://schemas.microsoft.com/office/drawing/2014/main" id="{35E04EAE-0388-DCBC-5C47-31ED43039C55}"/>
                </a:ext>
              </a:extLst>
            </p:cNvPr>
            <p:cNvSpPr/>
            <p:nvPr/>
          </p:nvSpPr>
          <p:spPr>
            <a:xfrm>
              <a:off x="990599" y="24764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27566" y="530513"/>
                  </a:lnTo>
                  <a:lnTo>
                    <a:pt x="189281" y="521915"/>
                  </a:lnTo>
                  <a:lnTo>
                    <a:pt x="152670" y="507793"/>
                  </a:lnTo>
                  <a:lnTo>
                    <a:pt x="118529" y="488452"/>
                  </a:lnTo>
                  <a:lnTo>
                    <a:pt x="87595" y="464311"/>
                  </a:lnTo>
                  <a:lnTo>
                    <a:pt x="60538" y="435892"/>
                  </a:lnTo>
                  <a:lnTo>
                    <a:pt x="37943" y="403810"/>
                  </a:lnTo>
                  <a:lnTo>
                    <a:pt x="20301" y="368761"/>
                  </a:lnTo>
                  <a:lnTo>
                    <a:pt x="7992" y="331502"/>
                  </a:lnTo>
                  <a:lnTo>
                    <a:pt x="1284" y="292841"/>
                  </a:lnTo>
                  <a:lnTo>
                    <a:pt x="0" y="266699"/>
                  </a:lnTo>
                  <a:lnTo>
                    <a:pt x="321" y="253613"/>
                  </a:lnTo>
                  <a:lnTo>
                    <a:pt x="5124" y="214669"/>
                  </a:lnTo>
                  <a:lnTo>
                    <a:pt x="15589" y="176851"/>
                  </a:lnTo>
                  <a:lnTo>
                    <a:pt x="31491" y="140978"/>
                  </a:lnTo>
                  <a:lnTo>
                    <a:pt x="52484" y="107826"/>
                  </a:lnTo>
                  <a:lnTo>
                    <a:pt x="78114" y="78114"/>
                  </a:lnTo>
                  <a:lnTo>
                    <a:pt x="107826" y="52484"/>
                  </a:lnTo>
                  <a:lnTo>
                    <a:pt x="140978" y="31491"/>
                  </a:lnTo>
                  <a:lnTo>
                    <a:pt x="176851" y="15589"/>
                  </a:lnTo>
                  <a:lnTo>
                    <a:pt x="214669" y="5124"/>
                  </a:lnTo>
                  <a:lnTo>
                    <a:pt x="253613" y="321"/>
                  </a:lnTo>
                  <a:lnTo>
                    <a:pt x="266699" y="0"/>
                  </a:lnTo>
                  <a:lnTo>
                    <a:pt x="279786" y="321"/>
                  </a:lnTo>
                  <a:lnTo>
                    <a:pt x="318730" y="5124"/>
                  </a:lnTo>
                  <a:lnTo>
                    <a:pt x="356548" y="15589"/>
                  </a:lnTo>
                  <a:lnTo>
                    <a:pt x="392421" y="31491"/>
                  </a:lnTo>
                  <a:lnTo>
                    <a:pt x="425573" y="52484"/>
                  </a:lnTo>
                  <a:lnTo>
                    <a:pt x="455285" y="78114"/>
                  </a:lnTo>
                  <a:lnTo>
                    <a:pt x="480915" y="107826"/>
                  </a:lnTo>
                  <a:lnTo>
                    <a:pt x="501908" y="140978"/>
                  </a:lnTo>
                  <a:lnTo>
                    <a:pt x="517809" y="176851"/>
                  </a:lnTo>
                  <a:lnTo>
                    <a:pt x="528275" y="214669"/>
                  </a:lnTo>
                  <a:lnTo>
                    <a:pt x="533078" y="253613"/>
                  </a:lnTo>
                  <a:lnTo>
                    <a:pt x="533399" y="266699"/>
                  </a:lnTo>
                  <a:lnTo>
                    <a:pt x="533078" y="279786"/>
                  </a:lnTo>
                  <a:lnTo>
                    <a:pt x="528275" y="318730"/>
                  </a:lnTo>
                  <a:lnTo>
                    <a:pt x="517809" y="356548"/>
                  </a:lnTo>
                  <a:lnTo>
                    <a:pt x="501908" y="392421"/>
                  </a:lnTo>
                  <a:lnTo>
                    <a:pt x="480915" y="425572"/>
                  </a:lnTo>
                  <a:lnTo>
                    <a:pt x="455285" y="455285"/>
                  </a:lnTo>
                  <a:lnTo>
                    <a:pt x="425573" y="480915"/>
                  </a:lnTo>
                  <a:lnTo>
                    <a:pt x="392421" y="501908"/>
                  </a:lnTo>
                  <a:lnTo>
                    <a:pt x="356548" y="517809"/>
                  </a:lnTo>
                  <a:lnTo>
                    <a:pt x="318730" y="528275"/>
                  </a:lnTo>
                  <a:lnTo>
                    <a:pt x="279786" y="533078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74" name="object 15">
              <a:extLst>
                <a:ext uri="{FF2B5EF4-FFF2-40B4-BE49-F238E27FC236}">
                  <a16:creationId xmlns:a16="http://schemas.microsoft.com/office/drawing/2014/main" id="{0A0AECDF-8220-FC32-87E2-4B6E62CFB69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143" y="2628899"/>
              <a:ext cx="214312" cy="228242"/>
            </a:xfrm>
            <a:prstGeom prst="rect">
              <a:avLst/>
            </a:prstGeom>
          </p:spPr>
        </p:pic>
      </p:grpSp>
      <p:sp>
        <p:nvSpPr>
          <p:cNvPr id="76" name="object 16">
            <a:extLst>
              <a:ext uri="{FF2B5EF4-FFF2-40B4-BE49-F238E27FC236}">
                <a16:creationId xmlns:a16="http://schemas.microsoft.com/office/drawing/2014/main" id="{85AA5A5B-C881-9D64-19EB-1BF7151F94EF}"/>
              </a:ext>
            </a:extLst>
          </p:cNvPr>
          <p:cNvSpPr txBox="1"/>
          <p:nvPr/>
        </p:nvSpPr>
        <p:spPr>
          <a:xfrm>
            <a:off x="651934" y="2013903"/>
            <a:ext cx="2272877" cy="494152"/>
          </a:xfrm>
          <a:prstGeom prst="rect">
            <a:avLst/>
          </a:prstGeom>
        </p:spPr>
        <p:txBody>
          <a:bodyPr vert="horz" wrap="square" lIns="0" tIns="90593" rIns="0" bIns="0" rtlCol="0">
            <a:spAutoFit/>
          </a:bodyPr>
          <a:lstStyle/>
          <a:p>
            <a:pPr marL="8467">
              <a:spcBef>
                <a:spcPts val="713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운영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리스크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감소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52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노후화된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온프레미스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인프라의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장애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보안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위험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감소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80" name="object 17">
            <a:extLst>
              <a:ext uri="{FF2B5EF4-FFF2-40B4-BE49-F238E27FC236}">
                <a16:creationId xmlns:a16="http://schemas.microsoft.com/office/drawing/2014/main" id="{C44AEF74-0CE0-E43D-07C2-DE7A244CE8C3}"/>
              </a:ext>
            </a:extLst>
          </p:cNvPr>
          <p:cNvGrpSpPr/>
          <p:nvPr/>
        </p:nvGrpSpPr>
        <p:grpSpPr>
          <a:xfrm>
            <a:off x="3314699" y="1473729"/>
            <a:ext cx="2654300" cy="1168400"/>
            <a:chOff x="4972049" y="2209799"/>
            <a:chExt cx="3981450" cy="1752600"/>
          </a:xfrm>
        </p:grpSpPr>
        <p:sp>
          <p:nvSpPr>
            <p:cNvPr id="83" name="object 18">
              <a:extLst>
                <a:ext uri="{FF2B5EF4-FFF2-40B4-BE49-F238E27FC236}">
                  <a16:creationId xmlns:a16="http://schemas.microsoft.com/office/drawing/2014/main" id="{EBDF0674-0C1E-2E33-0F81-AD725ADE87C3}"/>
                </a:ext>
              </a:extLst>
            </p:cNvPr>
            <p:cNvSpPr/>
            <p:nvPr/>
          </p:nvSpPr>
          <p:spPr>
            <a:xfrm>
              <a:off x="4972049" y="2228849"/>
              <a:ext cx="3981450" cy="1733550"/>
            </a:xfrm>
            <a:custGeom>
              <a:avLst/>
              <a:gdLst/>
              <a:ahLst/>
              <a:cxnLst/>
              <a:rect l="l" t="t" r="r" b="b"/>
              <a:pathLst>
                <a:path w="3981450" h="1733550">
                  <a:moveTo>
                    <a:pt x="3910253" y="1733549"/>
                  </a:moveTo>
                  <a:lnTo>
                    <a:pt x="71197" y="1733549"/>
                  </a:lnTo>
                  <a:lnTo>
                    <a:pt x="66241" y="1733061"/>
                  </a:lnTo>
                  <a:lnTo>
                    <a:pt x="29705" y="1717927"/>
                  </a:lnTo>
                  <a:lnTo>
                    <a:pt x="3885" y="1681886"/>
                  </a:lnTo>
                  <a:lnTo>
                    <a:pt x="0" y="1662352"/>
                  </a:lnTo>
                  <a:lnTo>
                    <a:pt x="0" y="16573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29"/>
                  </a:lnTo>
                  <a:lnTo>
                    <a:pt x="71197" y="0"/>
                  </a:lnTo>
                  <a:lnTo>
                    <a:pt x="3910253" y="0"/>
                  </a:lnTo>
                  <a:lnTo>
                    <a:pt x="3951743" y="11715"/>
                  </a:lnTo>
                  <a:lnTo>
                    <a:pt x="3979009" y="42319"/>
                  </a:lnTo>
                  <a:lnTo>
                    <a:pt x="3981449" y="53397"/>
                  </a:lnTo>
                  <a:lnTo>
                    <a:pt x="3981449" y="1662352"/>
                  </a:lnTo>
                  <a:lnTo>
                    <a:pt x="3965827" y="1703843"/>
                  </a:lnTo>
                  <a:lnTo>
                    <a:pt x="3929787" y="1729663"/>
                  </a:lnTo>
                  <a:lnTo>
                    <a:pt x="3915208" y="1733061"/>
                  </a:lnTo>
                  <a:lnTo>
                    <a:pt x="3910253" y="17335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86" name="object 19">
              <a:extLst>
                <a:ext uri="{FF2B5EF4-FFF2-40B4-BE49-F238E27FC236}">
                  <a16:creationId xmlns:a16="http://schemas.microsoft.com/office/drawing/2014/main" id="{64E2B2A6-6B01-DC37-BF5B-896C8FECC9B2}"/>
                </a:ext>
              </a:extLst>
            </p:cNvPr>
            <p:cNvSpPr/>
            <p:nvPr/>
          </p:nvSpPr>
          <p:spPr>
            <a:xfrm>
              <a:off x="4972327" y="2209799"/>
              <a:ext cx="3981450" cy="70485"/>
            </a:xfrm>
            <a:custGeom>
              <a:avLst/>
              <a:gdLst/>
              <a:ahLst/>
              <a:cxnLst/>
              <a:rect l="l" t="t" r="r" b="b"/>
              <a:pathLst>
                <a:path w="398145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904972" y="0"/>
                  </a:lnTo>
                  <a:lnTo>
                    <a:pt x="3947313" y="12829"/>
                  </a:lnTo>
                  <a:lnTo>
                    <a:pt x="39708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981450" h="70485">
                  <a:moveTo>
                    <a:pt x="3980894" y="70450"/>
                  </a:moveTo>
                  <a:lnTo>
                    <a:pt x="3947313" y="44514"/>
                  </a:lnTo>
                  <a:lnTo>
                    <a:pt x="3904972" y="38099"/>
                  </a:lnTo>
                  <a:lnTo>
                    <a:pt x="3970880" y="38099"/>
                  </a:lnTo>
                  <a:lnTo>
                    <a:pt x="3980809" y="68693"/>
                  </a:lnTo>
                  <a:lnTo>
                    <a:pt x="3980894" y="704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15" name="object 20">
              <a:extLst>
                <a:ext uri="{FF2B5EF4-FFF2-40B4-BE49-F238E27FC236}">
                  <a16:creationId xmlns:a16="http://schemas.microsoft.com/office/drawing/2014/main" id="{B2BB5AAB-A4BA-8539-7BED-541BEA750664}"/>
                </a:ext>
              </a:extLst>
            </p:cNvPr>
            <p:cNvSpPr/>
            <p:nvPr/>
          </p:nvSpPr>
          <p:spPr>
            <a:xfrm>
              <a:off x="5200649" y="24764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27566" y="530513"/>
                  </a:lnTo>
                  <a:lnTo>
                    <a:pt x="189280" y="521915"/>
                  </a:lnTo>
                  <a:lnTo>
                    <a:pt x="152670" y="507793"/>
                  </a:lnTo>
                  <a:lnTo>
                    <a:pt x="118528" y="488452"/>
                  </a:lnTo>
                  <a:lnTo>
                    <a:pt x="87594" y="464311"/>
                  </a:lnTo>
                  <a:lnTo>
                    <a:pt x="60537" y="435892"/>
                  </a:lnTo>
                  <a:lnTo>
                    <a:pt x="37943" y="403810"/>
                  </a:lnTo>
                  <a:lnTo>
                    <a:pt x="20300" y="368761"/>
                  </a:lnTo>
                  <a:lnTo>
                    <a:pt x="7991" y="331502"/>
                  </a:lnTo>
                  <a:lnTo>
                    <a:pt x="1284" y="292841"/>
                  </a:lnTo>
                  <a:lnTo>
                    <a:pt x="0" y="266699"/>
                  </a:lnTo>
                  <a:lnTo>
                    <a:pt x="321" y="253613"/>
                  </a:lnTo>
                  <a:lnTo>
                    <a:pt x="5124" y="214669"/>
                  </a:lnTo>
                  <a:lnTo>
                    <a:pt x="15589" y="176851"/>
                  </a:lnTo>
                  <a:lnTo>
                    <a:pt x="31491" y="140978"/>
                  </a:lnTo>
                  <a:lnTo>
                    <a:pt x="52483" y="107826"/>
                  </a:lnTo>
                  <a:lnTo>
                    <a:pt x="78114" y="78114"/>
                  </a:lnTo>
                  <a:lnTo>
                    <a:pt x="107826" y="52484"/>
                  </a:lnTo>
                  <a:lnTo>
                    <a:pt x="140977" y="31491"/>
                  </a:lnTo>
                  <a:lnTo>
                    <a:pt x="176850" y="15589"/>
                  </a:lnTo>
                  <a:lnTo>
                    <a:pt x="214668" y="5124"/>
                  </a:lnTo>
                  <a:lnTo>
                    <a:pt x="253613" y="321"/>
                  </a:lnTo>
                  <a:lnTo>
                    <a:pt x="266699" y="0"/>
                  </a:lnTo>
                  <a:lnTo>
                    <a:pt x="279786" y="321"/>
                  </a:lnTo>
                  <a:lnTo>
                    <a:pt x="318729" y="5124"/>
                  </a:lnTo>
                  <a:lnTo>
                    <a:pt x="356547" y="15589"/>
                  </a:lnTo>
                  <a:lnTo>
                    <a:pt x="392421" y="31491"/>
                  </a:lnTo>
                  <a:lnTo>
                    <a:pt x="425572" y="52484"/>
                  </a:lnTo>
                  <a:lnTo>
                    <a:pt x="455284" y="78114"/>
                  </a:lnTo>
                  <a:lnTo>
                    <a:pt x="480915" y="107826"/>
                  </a:lnTo>
                  <a:lnTo>
                    <a:pt x="501908" y="140978"/>
                  </a:lnTo>
                  <a:lnTo>
                    <a:pt x="517809" y="176851"/>
                  </a:lnTo>
                  <a:lnTo>
                    <a:pt x="528274" y="214669"/>
                  </a:lnTo>
                  <a:lnTo>
                    <a:pt x="533078" y="253613"/>
                  </a:lnTo>
                  <a:lnTo>
                    <a:pt x="533399" y="266699"/>
                  </a:lnTo>
                  <a:lnTo>
                    <a:pt x="533078" y="279786"/>
                  </a:lnTo>
                  <a:lnTo>
                    <a:pt x="528274" y="318730"/>
                  </a:lnTo>
                  <a:lnTo>
                    <a:pt x="517809" y="356548"/>
                  </a:lnTo>
                  <a:lnTo>
                    <a:pt x="501907" y="392421"/>
                  </a:lnTo>
                  <a:lnTo>
                    <a:pt x="480914" y="425572"/>
                  </a:lnTo>
                  <a:lnTo>
                    <a:pt x="455284" y="455285"/>
                  </a:lnTo>
                  <a:lnTo>
                    <a:pt x="425572" y="480915"/>
                  </a:lnTo>
                  <a:lnTo>
                    <a:pt x="392421" y="501908"/>
                  </a:lnTo>
                  <a:lnTo>
                    <a:pt x="356547" y="517809"/>
                  </a:lnTo>
                  <a:lnTo>
                    <a:pt x="318729" y="528275"/>
                  </a:lnTo>
                  <a:lnTo>
                    <a:pt x="279786" y="533078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16" name="object 21">
              <a:extLst>
                <a:ext uri="{FF2B5EF4-FFF2-40B4-BE49-F238E27FC236}">
                  <a16:creationId xmlns:a16="http://schemas.microsoft.com/office/drawing/2014/main" id="{44E56338-A599-3A6A-95CD-3709540EE87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3049" y="2643187"/>
              <a:ext cx="228600" cy="200025"/>
            </a:xfrm>
            <a:prstGeom prst="rect">
              <a:avLst/>
            </a:prstGeom>
          </p:spPr>
        </p:pic>
      </p:grpSp>
      <p:sp>
        <p:nvSpPr>
          <p:cNvPr id="117" name="object 22">
            <a:extLst>
              <a:ext uri="{FF2B5EF4-FFF2-40B4-BE49-F238E27FC236}">
                <a16:creationId xmlns:a16="http://schemas.microsoft.com/office/drawing/2014/main" id="{810EDB78-2AE2-C108-D80C-DB84291FB973}"/>
              </a:ext>
            </a:extLst>
          </p:cNvPr>
          <p:cNvSpPr txBox="1"/>
          <p:nvPr/>
        </p:nvSpPr>
        <p:spPr>
          <a:xfrm>
            <a:off x="3458633" y="2023222"/>
            <a:ext cx="2215303" cy="484748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467">
              <a:spcBef>
                <a:spcPts val="640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비용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투명성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확보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490"/>
              </a:spcBef>
            </a:pPr>
            <a:r>
              <a:rPr sz="1000" spc="-11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TCO</a:t>
            </a:r>
            <a:r>
              <a:rPr sz="1000" spc="1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기반의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명확한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비용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구조로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예산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계획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수립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용이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18" name="object 23">
            <a:extLst>
              <a:ext uri="{FF2B5EF4-FFF2-40B4-BE49-F238E27FC236}">
                <a16:creationId xmlns:a16="http://schemas.microsoft.com/office/drawing/2014/main" id="{98A64BCA-DF05-6AB5-6881-1BFFC5B7F014}"/>
              </a:ext>
            </a:extLst>
          </p:cNvPr>
          <p:cNvGrpSpPr/>
          <p:nvPr/>
        </p:nvGrpSpPr>
        <p:grpSpPr>
          <a:xfrm>
            <a:off x="507999" y="2794529"/>
            <a:ext cx="2654300" cy="1320800"/>
            <a:chOff x="761999" y="4190999"/>
            <a:chExt cx="3981450" cy="1981200"/>
          </a:xfrm>
        </p:grpSpPr>
        <p:sp>
          <p:nvSpPr>
            <p:cNvPr id="119" name="object 24">
              <a:extLst>
                <a:ext uri="{FF2B5EF4-FFF2-40B4-BE49-F238E27FC236}">
                  <a16:creationId xmlns:a16="http://schemas.microsoft.com/office/drawing/2014/main" id="{2F41244B-92D3-4076-1191-9E003448866C}"/>
                </a:ext>
              </a:extLst>
            </p:cNvPr>
            <p:cNvSpPr/>
            <p:nvPr/>
          </p:nvSpPr>
          <p:spPr>
            <a:xfrm>
              <a:off x="761999" y="4210049"/>
              <a:ext cx="3981450" cy="1962150"/>
            </a:xfrm>
            <a:custGeom>
              <a:avLst/>
              <a:gdLst/>
              <a:ahLst/>
              <a:cxnLst/>
              <a:rect l="l" t="t" r="r" b="b"/>
              <a:pathLst>
                <a:path w="3981450" h="1962150">
                  <a:moveTo>
                    <a:pt x="3910253" y="1962149"/>
                  </a:moveTo>
                  <a:lnTo>
                    <a:pt x="71196" y="1962149"/>
                  </a:lnTo>
                  <a:lnTo>
                    <a:pt x="66241" y="1961661"/>
                  </a:lnTo>
                  <a:lnTo>
                    <a:pt x="29705" y="1946526"/>
                  </a:lnTo>
                  <a:lnTo>
                    <a:pt x="3885" y="1910487"/>
                  </a:lnTo>
                  <a:lnTo>
                    <a:pt x="0" y="1890952"/>
                  </a:lnTo>
                  <a:lnTo>
                    <a:pt x="0" y="18859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6" y="1829"/>
                  </a:lnTo>
                  <a:lnTo>
                    <a:pt x="71196" y="0"/>
                  </a:lnTo>
                  <a:lnTo>
                    <a:pt x="3910253" y="0"/>
                  </a:lnTo>
                  <a:lnTo>
                    <a:pt x="3951743" y="11715"/>
                  </a:lnTo>
                  <a:lnTo>
                    <a:pt x="3979008" y="42319"/>
                  </a:lnTo>
                  <a:lnTo>
                    <a:pt x="3981449" y="53397"/>
                  </a:lnTo>
                  <a:lnTo>
                    <a:pt x="3981449" y="1890952"/>
                  </a:lnTo>
                  <a:lnTo>
                    <a:pt x="3965827" y="1932444"/>
                  </a:lnTo>
                  <a:lnTo>
                    <a:pt x="3929787" y="1958262"/>
                  </a:lnTo>
                  <a:lnTo>
                    <a:pt x="3915208" y="1961661"/>
                  </a:lnTo>
                  <a:lnTo>
                    <a:pt x="3910253" y="1962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20" name="object 25">
              <a:extLst>
                <a:ext uri="{FF2B5EF4-FFF2-40B4-BE49-F238E27FC236}">
                  <a16:creationId xmlns:a16="http://schemas.microsoft.com/office/drawing/2014/main" id="{8161F037-8D4D-5679-3042-A856C6F1517C}"/>
                </a:ext>
              </a:extLst>
            </p:cNvPr>
            <p:cNvSpPr/>
            <p:nvPr/>
          </p:nvSpPr>
          <p:spPr>
            <a:xfrm>
              <a:off x="762277" y="4190999"/>
              <a:ext cx="3981450" cy="70485"/>
            </a:xfrm>
            <a:custGeom>
              <a:avLst/>
              <a:gdLst/>
              <a:ahLst/>
              <a:cxnLst/>
              <a:rect l="l" t="t" r="r" b="b"/>
              <a:pathLst>
                <a:path w="3981450" h="70485">
                  <a:moveTo>
                    <a:pt x="0" y="70450"/>
                  </a:moveTo>
                  <a:lnTo>
                    <a:pt x="12552" y="33856"/>
                  </a:lnTo>
                  <a:lnTo>
                    <a:pt x="46761" y="5799"/>
                  </a:lnTo>
                  <a:lnTo>
                    <a:pt x="75922" y="0"/>
                  </a:lnTo>
                  <a:lnTo>
                    <a:pt x="3904972" y="0"/>
                  </a:lnTo>
                  <a:lnTo>
                    <a:pt x="3947314" y="12829"/>
                  </a:lnTo>
                  <a:lnTo>
                    <a:pt x="3970881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981450" h="70485">
                  <a:moveTo>
                    <a:pt x="3980894" y="70450"/>
                  </a:moveTo>
                  <a:lnTo>
                    <a:pt x="3947314" y="44514"/>
                  </a:lnTo>
                  <a:lnTo>
                    <a:pt x="3904972" y="38099"/>
                  </a:lnTo>
                  <a:lnTo>
                    <a:pt x="3970881" y="38099"/>
                  </a:lnTo>
                  <a:lnTo>
                    <a:pt x="3980809" y="68693"/>
                  </a:lnTo>
                  <a:lnTo>
                    <a:pt x="3980894" y="704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21" name="object 26">
              <a:extLst>
                <a:ext uri="{FF2B5EF4-FFF2-40B4-BE49-F238E27FC236}">
                  <a16:creationId xmlns:a16="http://schemas.microsoft.com/office/drawing/2014/main" id="{260103A3-8D7A-772A-9226-BCA5C6D294AB}"/>
                </a:ext>
              </a:extLst>
            </p:cNvPr>
            <p:cNvSpPr/>
            <p:nvPr/>
          </p:nvSpPr>
          <p:spPr>
            <a:xfrm>
              <a:off x="990599" y="44576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27566" y="530513"/>
                  </a:lnTo>
                  <a:lnTo>
                    <a:pt x="189281" y="521915"/>
                  </a:lnTo>
                  <a:lnTo>
                    <a:pt x="152670" y="507793"/>
                  </a:lnTo>
                  <a:lnTo>
                    <a:pt x="118529" y="488451"/>
                  </a:lnTo>
                  <a:lnTo>
                    <a:pt x="87595" y="464310"/>
                  </a:lnTo>
                  <a:lnTo>
                    <a:pt x="60538" y="435892"/>
                  </a:lnTo>
                  <a:lnTo>
                    <a:pt x="37943" y="403811"/>
                  </a:lnTo>
                  <a:lnTo>
                    <a:pt x="20301" y="368760"/>
                  </a:lnTo>
                  <a:lnTo>
                    <a:pt x="7992" y="331502"/>
                  </a:lnTo>
                  <a:lnTo>
                    <a:pt x="1284" y="292841"/>
                  </a:lnTo>
                  <a:lnTo>
                    <a:pt x="0" y="266699"/>
                  </a:lnTo>
                  <a:lnTo>
                    <a:pt x="321" y="253613"/>
                  </a:lnTo>
                  <a:lnTo>
                    <a:pt x="5124" y="214669"/>
                  </a:lnTo>
                  <a:lnTo>
                    <a:pt x="15589" y="176850"/>
                  </a:lnTo>
                  <a:lnTo>
                    <a:pt x="31491" y="140977"/>
                  </a:lnTo>
                  <a:lnTo>
                    <a:pt x="52484" y="107826"/>
                  </a:lnTo>
                  <a:lnTo>
                    <a:pt x="78114" y="78114"/>
                  </a:lnTo>
                  <a:lnTo>
                    <a:pt x="107826" y="52484"/>
                  </a:lnTo>
                  <a:lnTo>
                    <a:pt x="140978" y="31491"/>
                  </a:lnTo>
                  <a:lnTo>
                    <a:pt x="176851" y="15590"/>
                  </a:lnTo>
                  <a:lnTo>
                    <a:pt x="214669" y="5124"/>
                  </a:lnTo>
                  <a:lnTo>
                    <a:pt x="253613" y="321"/>
                  </a:lnTo>
                  <a:lnTo>
                    <a:pt x="266699" y="0"/>
                  </a:lnTo>
                  <a:lnTo>
                    <a:pt x="279786" y="321"/>
                  </a:lnTo>
                  <a:lnTo>
                    <a:pt x="318730" y="5124"/>
                  </a:lnTo>
                  <a:lnTo>
                    <a:pt x="356548" y="15590"/>
                  </a:lnTo>
                  <a:lnTo>
                    <a:pt x="392421" y="31491"/>
                  </a:lnTo>
                  <a:lnTo>
                    <a:pt x="425573" y="52484"/>
                  </a:lnTo>
                  <a:lnTo>
                    <a:pt x="455285" y="78114"/>
                  </a:lnTo>
                  <a:lnTo>
                    <a:pt x="480915" y="107826"/>
                  </a:lnTo>
                  <a:lnTo>
                    <a:pt x="501908" y="140977"/>
                  </a:lnTo>
                  <a:lnTo>
                    <a:pt x="517809" y="176850"/>
                  </a:lnTo>
                  <a:lnTo>
                    <a:pt x="528275" y="214668"/>
                  </a:lnTo>
                  <a:lnTo>
                    <a:pt x="533078" y="253613"/>
                  </a:lnTo>
                  <a:lnTo>
                    <a:pt x="533399" y="266699"/>
                  </a:lnTo>
                  <a:lnTo>
                    <a:pt x="533078" y="279786"/>
                  </a:lnTo>
                  <a:lnTo>
                    <a:pt x="528275" y="318730"/>
                  </a:lnTo>
                  <a:lnTo>
                    <a:pt x="517809" y="356548"/>
                  </a:lnTo>
                  <a:lnTo>
                    <a:pt x="501908" y="392421"/>
                  </a:lnTo>
                  <a:lnTo>
                    <a:pt x="480915" y="425572"/>
                  </a:lnTo>
                  <a:lnTo>
                    <a:pt x="455285" y="455284"/>
                  </a:lnTo>
                  <a:lnTo>
                    <a:pt x="425573" y="480914"/>
                  </a:lnTo>
                  <a:lnTo>
                    <a:pt x="392421" y="501907"/>
                  </a:lnTo>
                  <a:lnTo>
                    <a:pt x="356548" y="517809"/>
                  </a:lnTo>
                  <a:lnTo>
                    <a:pt x="318730" y="528274"/>
                  </a:lnTo>
                  <a:lnTo>
                    <a:pt x="279786" y="533078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22" name="object 27">
              <a:extLst>
                <a:ext uri="{FF2B5EF4-FFF2-40B4-BE49-F238E27FC236}">
                  <a16:creationId xmlns:a16="http://schemas.microsoft.com/office/drawing/2014/main" id="{01E30672-B046-1421-FC2B-8F88758BBC1B}"/>
                </a:ext>
              </a:extLst>
            </p:cNvPr>
            <p:cNvSpPr/>
            <p:nvPr/>
          </p:nvSpPr>
          <p:spPr>
            <a:xfrm>
              <a:off x="1114424" y="4624387"/>
              <a:ext cx="285750" cy="200025"/>
            </a:xfrm>
            <a:custGeom>
              <a:avLst/>
              <a:gdLst/>
              <a:ahLst/>
              <a:cxnLst/>
              <a:rect l="l" t="t" r="r" b="b"/>
              <a:pathLst>
                <a:path w="285750" h="200025">
                  <a:moveTo>
                    <a:pt x="228600" y="200025"/>
                  </a:moveTo>
                  <a:lnTo>
                    <a:pt x="64293" y="200025"/>
                  </a:lnTo>
                  <a:lnTo>
                    <a:pt x="39273" y="194970"/>
                  </a:lnTo>
                  <a:lnTo>
                    <a:pt x="18836" y="181188"/>
                  </a:lnTo>
                  <a:lnTo>
                    <a:pt x="5054" y="160751"/>
                  </a:lnTo>
                  <a:lnTo>
                    <a:pt x="0" y="135731"/>
                  </a:lnTo>
                  <a:lnTo>
                    <a:pt x="3195" y="115658"/>
                  </a:lnTo>
                  <a:lnTo>
                    <a:pt x="12099" y="98176"/>
                  </a:lnTo>
                  <a:lnTo>
                    <a:pt x="25692" y="84302"/>
                  </a:lnTo>
                  <a:lnTo>
                    <a:pt x="42951" y="75054"/>
                  </a:lnTo>
                  <a:lnTo>
                    <a:pt x="42862" y="71437"/>
                  </a:lnTo>
                  <a:lnTo>
                    <a:pt x="48474" y="43624"/>
                  </a:lnTo>
                  <a:lnTo>
                    <a:pt x="63780" y="20917"/>
                  </a:lnTo>
                  <a:lnTo>
                    <a:pt x="86486" y="5611"/>
                  </a:lnTo>
                  <a:lnTo>
                    <a:pt x="114300" y="0"/>
                  </a:lnTo>
                  <a:lnTo>
                    <a:pt x="133406" y="2581"/>
                  </a:lnTo>
                  <a:lnTo>
                    <a:pt x="150554" y="9867"/>
                  </a:lnTo>
                  <a:lnTo>
                    <a:pt x="165056" y="21171"/>
                  </a:lnTo>
                  <a:lnTo>
                    <a:pt x="176227" y="35808"/>
                  </a:lnTo>
                  <a:lnTo>
                    <a:pt x="222434" y="35808"/>
                  </a:lnTo>
                  <a:lnTo>
                    <a:pt x="230330" y="41132"/>
                  </a:lnTo>
                  <a:lnTo>
                    <a:pt x="239517" y="54757"/>
                  </a:lnTo>
                  <a:lnTo>
                    <a:pt x="241227" y="63222"/>
                  </a:lnTo>
                  <a:lnTo>
                    <a:pt x="139392" y="63222"/>
                  </a:lnTo>
                  <a:lnTo>
                    <a:pt x="135240" y="67419"/>
                  </a:lnTo>
                  <a:lnTo>
                    <a:pt x="99521" y="103137"/>
                  </a:lnTo>
                  <a:lnTo>
                    <a:pt x="95413" y="107290"/>
                  </a:lnTo>
                  <a:lnTo>
                    <a:pt x="95369" y="114076"/>
                  </a:lnTo>
                  <a:lnTo>
                    <a:pt x="96922" y="115658"/>
                  </a:lnTo>
                  <a:lnTo>
                    <a:pt x="103762" y="122426"/>
                  </a:lnTo>
                  <a:lnTo>
                    <a:pt x="132114" y="122426"/>
                  </a:lnTo>
                  <a:lnTo>
                    <a:pt x="132114" y="166672"/>
                  </a:lnTo>
                  <a:lnTo>
                    <a:pt x="136892" y="171450"/>
                  </a:lnTo>
                  <a:lnTo>
                    <a:pt x="276992" y="171450"/>
                  </a:lnTo>
                  <a:lnTo>
                    <a:pt x="269012" y="183287"/>
                  </a:lnTo>
                  <a:lnTo>
                    <a:pt x="250846" y="195534"/>
                  </a:lnTo>
                  <a:lnTo>
                    <a:pt x="228600" y="200025"/>
                  </a:lnTo>
                  <a:close/>
                </a:path>
                <a:path w="285750" h="200025">
                  <a:moveTo>
                    <a:pt x="222434" y="35808"/>
                  </a:moveTo>
                  <a:lnTo>
                    <a:pt x="176227" y="35808"/>
                  </a:lnTo>
                  <a:lnTo>
                    <a:pt x="183013" y="31253"/>
                  </a:lnTo>
                  <a:lnTo>
                    <a:pt x="191229" y="28575"/>
                  </a:lnTo>
                  <a:lnTo>
                    <a:pt x="200025" y="28575"/>
                  </a:lnTo>
                  <a:lnTo>
                    <a:pt x="216705" y="31944"/>
                  </a:lnTo>
                  <a:lnTo>
                    <a:pt x="222434" y="35808"/>
                  </a:lnTo>
                  <a:close/>
                </a:path>
                <a:path w="285750" h="200025">
                  <a:moveTo>
                    <a:pt x="281823" y="122426"/>
                  </a:moveTo>
                  <a:lnTo>
                    <a:pt x="181986" y="122426"/>
                  </a:lnTo>
                  <a:lnTo>
                    <a:pt x="190246" y="114076"/>
                  </a:lnTo>
                  <a:lnTo>
                    <a:pt x="190291" y="107290"/>
                  </a:lnTo>
                  <a:lnTo>
                    <a:pt x="186094" y="103137"/>
                  </a:lnTo>
                  <a:lnTo>
                    <a:pt x="146178" y="63222"/>
                  </a:lnTo>
                  <a:lnTo>
                    <a:pt x="241227" y="63222"/>
                  </a:lnTo>
                  <a:lnTo>
                    <a:pt x="242887" y="71437"/>
                  </a:lnTo>
                  <a:lnTo>
                    <a:pt x="242887" y="76884"/>
                  </a:lnTo>
                  <a:lnTo>
                    <a:pt x="241860" y="82063"/>
                  </a:lnTo>
                  <a:lnTo>
                    <a:pt x="240029" y="86885"/>
                  </a:lnTo>
                  <a:lnTo>
                    <a:pt x="258174" y="93970"/>
                  </a:lnTo>
                  <a:lnTo>
                    <a:pt x="272668" y="106492"/>
                  </a:lnTo>
                  <a:lnTo>
                    <a:pt x="281823" y="122426"/>
                  </a:lnTo>
                  <a:close/>
                </a:path>
                <a:path w="285750" h="200025">
                  <a:moveTo>
                    <a:pt x="132114" y="122426"/>
                  </a:moveTo>
                  <a:lnTo>
                    <a:pt x="110593" y="122426"/>
                  </a:lnTo>
                  <a:lnTo>
                    <a:pt x="114701" y="118273"/>
                  </a:lnTo>
                  <a:lnTo>
                    <a:pt x="132114" y="100860"/>
                  </a:lnTo>
                  <a:lnTo>
                    <a:pt x="132114" y="122426"/>
                  </a:lnTo>
                  <a:close/>
                </a:path>
                <a:path w="285750" h="200025">
                  <a:moveTo>
                    <a:pt x="276992" y="171450"/>
                  </a:moveTo>
                  <a:lnTo>
                    <a:pt x="148768" y="171450"/>
                  </a:lnTo>
                  <a:lnTo>
                    <a:pt x="153545" y="166672"/>
                  </a:lnTo>
                  <a:lnTo>
                    <a:pt x="153545" y="100860"/>
                  </a:lnTo>
                  <a:lnTo>
                    <a:pt x="175111" y="122426"/>
                  </a:lnTo>
                  <a:lnTo>
                    <a:pt x="281823" y="122426"/>
                  </a:lnTo>
                  <a:lnTo>
                    <a:pt x="282273" y="123208"/>
                  </a:lnTo>
                  <a:lnTo>
                    <a:pt x="285750" y="142875"/>
                  </a:lnTo>
                  <a:lnTo>
                    <a:pt x="281259" y="165121"/>
                  </a:lnTo>
                  <a:lnTo>
                    <a:pt x="276992" y="1714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</p:grpSp>
      <p:sp>
        <p:nvSpPr>
          <p:cNvPr id="123" name="object 28">
            <a:extLst>
              <a:ext uri="{FF2B5EF4-FFF2-40B4-BE49-F238E27FC236}">
                <a16:creationId xmlns:a16="http://schemas.microsoft.com/office/drawing/2014/main" id="{5DB73560-B5B7-09E7-F7AB-E65C2C018DB8}"/>
              </a:ext>
            </a:extLst>
          </p:cNvPr>
          <p:cNvSpPr txBox="1"/>
          <p:nvPr/>
        </p:nvSpPr>
        <p:spPr>
          <a:xfrm>
            <a:off x="651934" y="3335644"/>
            <a:ext cx="2176357" cy="4885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8467">
              <a:spcBef>
                <a:spcPts val="670"/>
              </a:spcBef>
            </a:pPr>
            <a:r>
              <a:rPr sz="1200" b="1" spc="-9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Noto Sans JP"/>
              </a:rPr>
              <a:t>IT</a:t>
            </a:r>
            <a:r>
              <a:rPr sz="1200" b="1" spc="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Noto Sans JP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자원</a:t>
            </a:r>
            <a:r>
              <a:rPr sz="1200" b="1" spc="-11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통합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48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분산된</a:t>
            </a:r>
            <a:r>
              <a:rPr sz="1000" spc="-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IT</a:t>
            </a:r>
            <a:r>
              <a:rPr sz="1000" spc="2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자원의</a:t>
            </a:r>
            <a:r>
              <a:rPr sz="1000" spc="-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단일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플랫폼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통합으로</a:t>
            </a:r>
            <a:r>
              <a:rPr sz="1000" spc="-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관리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효율화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24" name="object 29">
            <a:extLst>
              <a:ext uri="{FF2B5EF4-FFF2-40B4-BE49-F238E27FC236}">
                <a16:creationId xmlns:a16="http://schemas.microsoft.com/office/drawing/2014/main" id="{D7D3183B-EE5A-7AB5-E8DF-171D819168E4}"/>
              </a:ext>
            </a:extLst>
          </p:cNvPr>
          <p:cNvGrpSpPr/>
          <p:nvPr/>
        </p:nvGrpSpPr>
        <p:grpSpPr>
          <a:xfrm>
            <a:off x="3314699" y="2794529"/>
            <a:ext cx="2654300" cy="1320800"/>
            <a:chOff x="4972049" y="4190999"/>
            <a:chExt cx="3981450" cy="1981200"/>
          </a:xfrm>
        </p:grpSpPr>
        <p:sp>
          <p:nvSpPr>
            <p:cNvPr id="125" name="object 30">
              <a:extLst>
                <a:ext uri="{FF2B5EF4-FFF2-40B4-BE49-F238E27FC236}">
                  <a16:creationId xmlns:a16="http://schemas.microsoft.com/office/drawing/2014/main" id="{3B65F168-7043-9A4D-4910-3476354C9457}"/>
                </a:ext>
              </a:extLst>
            </p:cNvPr>
            <p:cNvSpPr/>
            <p:nvPr/>
          </p:nvSpPr>
          <p:spPr>
            <a:xfrm>
              <a:off x="4972049" y="4210049"/>
              <a:ext cx="3981450" cy="1962150"/>
            </a:xfrm>
            <a:custGeom>
              <a:avLst/>
              <a:gdLst/>
              <a:ahLst/>
              <a:cxnLst/>
              <a:rect l="l" t="t" r="r" b="b"/>
              <a:pathLst>
                <a:path w="3981450" h="1962150">
                  <a:moveTo>
                    <a:pt x="3910253" y="1962149"/>
                  </a:moveTo>
                  <a:lnTo>
                    <a:pt x="71197" y="1962149"/>
                  </a:lnTo>
                  <a:lnTo>
                    <a:pt x="66241" y="1961661"/>
                  </a:lnTo>
                  <a:lnTo>
                    <a:pt x="29705" y="1946526"/>
                  </a:lnTo>
                  <a:lnTo>
                    <a:pt x="3885" y="1910487"/>
                  </a:lnTo>
                  <a:lnTo>
                    <a:pt x="0" y="1890952"/>
                  </a:lnTo>
                  <a:lnTo>
                    <a:pt x="0" y="1885949"/>
                  </a:lnTo>
                  <a:lnTo>
                    <a:pt x="0" y="53397"/>
                  </a:lnTo>
                  <a:lnTo>
                    <a:pt x="18780" y="19391"/>
                  </a:lnTo>
                  <a:lnTo>
                    <a:pt x="56427" y="1829"/>
                  </a:lnTo>
                  <a:lnTo>
                    <a:pt x="71197" y="0"/>
                  </a:lnTo>
                  <a:lnTo>
                    <a:pt x="3910253" y="0"/>
                  </a:lnTo>
                  <a:lnTo>
                    <a:pt x="3951743" y="11715"/>
                  </a:lnTo>
                  <a:lnTo>
                    <a:pt x="3979009" y="42319"/>
                  </a:lnTo>
                  <a:lnTo>
                    <a:pt x="3981449" y="53397"/>
                  </a:lnTo>
                  <a:lnTo>
                    <a:pt x="3981449" y="1890952"/>
                  </a:lnTo>
                  <a:lnTo>
                    <a:pt x="3965827" y="1932444"/>
                  </a:lnTo>
                  <a:lnTo>
                    <a:pt x="3929787" y="1958262"/>
                  </a:lnTo>
                  <a:lnTo>
                    <a:pt x="3915208" y="1961661"/>
                  </a:lnTo>
                  <a:lnTo>
                    <a:pt x="3910253" y="1962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26" name="object 31">
              <a:extLst>
                <a:ext uri="{FF2B5EF4-FFF2-40B4-BE49-F238E27FC236}">
                  <a16:creationId xmlns:a16="http://schemas.microsoft.com/office/drawing/2014/main" id="{209E0198-9091-083A-2B74-00B143F9916D}"/>
                </a:ext>
              </a:extLst>
            </p:cNvPr>
            <p:cNvSpPr/>
            <p:nvPr/>
          </p:nvSpPr>
          <p:spPr>
            <a:xfrm>
              <a:off x="4972327" y="4190999"/>
              <a:ext cx="3981450" cy="70485"/>
            </a:xfrm>
            <a:custGeom>
              <a:avLst/>
              <a:gdLst/>
              <a:ahLst/>
              <a:cxnLst/>
              <a:rect l="l" t="t" r="r" b="b"/>
              <a:pathLst>
                <a:path w="3981450" h="70485">
                  <a:moveTo>
                    <a:pt x="0" y="70450"/>
                  </a:moveTo>
                  <a:lnTo>
                    <a:pt x="12551" y="33856"/>
                  </a:lnTo>
                  <a:lnTo>
                    <a:pt x="46760" y="5799"/>
                  </a:lnTo>
                  <a:lnTo>
                    <a:pt x="75922" y="0"/>
                  </a:lnTo>
                  <a:lnTo>
                    <a:pt x="3904972" y="0"/>
                  </a:lnTo>
                  <a:lnTo>
                    <a:pt x="3947313" y="12829"/>
                  </a:lnTo>
                  <a:lnTo>
                    <a:pt x="39708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2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981450" h="70485">
                  <a:moveTo>
                    <a:pt x="3980894" y="70450"/>
                  </a:moveTo>
                  <a:lnTo>
                    <a:pt x="3947313" y="44514"/>
                  </a:lnTo>
                  <a:lnTo>
                    <a:pt x="3904972" y="38099"/>
                  </a:lnTo>
                  <a:lnTo>
                    <a:pt x="3970880" y="38099"/>
                  </a:lnTo>
                  <a:lnTo>
                    <a:pt x="3980809" y="68693"/>
                  </a:lnTo>
                  <a:lnTo>
                    <a:pt x="3980894" y="704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27" name="object 32">
              <a:extLst>
                <a:ext uri="{FF2B5EF4-FFF2-40B4-BE49-F238E27FC236}">
                  <a16:creationId xmlns:a16="http://schemas.microsoft.com/office/drawing/2014/main" id="{71106895-EF31-4041-6CAC-08CC4B5C250B}"/>
                </a:ext>
              </a:extLst>
            </p:cNvPr>
            <p:cNvSpPr/>
            <p:nvPr/>
          </p:nvSpPr>
          <p:spPr>
            <a:xfrm>
              <a:off x="5200649" y="44576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27566" y="530513"/>
                  </a:lnTo>
                  <a:lnTo>
                    <a:pt x="189280" y="521915"/>
                  </a:lnTo>
                  <a:lnTo>
                    <a:pt x="152670" y="507793"/>
                  </a:lnTo>
                  <a:lnTo>
                    <a:pt x="118528" y="488451"/>
                  </a:lnTo>
                  <a:lnTo>
                    <a:pt x="87594" y="464310"/>
                  </a:lnTo>
                  <a:lnTo>
                    <a:pt x="60537" y="435892"/>
                  </a:lnTo>
                  <a:lnTo>
                    <a:pt x="37943" y="403811"/>
                  </a:lnTo>
                  <a:lnTo>
                    <a:pt x="20300" y="368760"/>
                  </a:lnTo>
                  <a:lnTo>
                    <a:pt x="7991" y="331502"/>
                  </a:lnTo>
                  <a:lnTo>
                    <a:pt x="1284" y="292841"/>
                  </a:lnTo>
                  <a:lnTo>
                    <a:pt x="0" y="266699"/>
                  </a:lnTo>
                  <a:lnTo>
                    <a:pt x="321" y="253613"/>
                  </a:lnTo>
                  <a:lnTo>
                    <a:pt x="5124" y="214669"/>
                  </a:lnTo>
                  <a:lnTo>
                    <a:pt x="15589" y="176850"/>
                  </a:lnTo>
                  <a:lnTo>
                    <a:pt x="31491" y="140977"/>
                  </a:lnTo>
                  <a:lnTo>
                    <a:pt x="52483" y="107826"/>
                  </a:lnTo>
                  <a:lnTo>
                    <a:pt x="78114" y="78114"/>
                  </a:lnTo>
                  <a:lnTo>
                    <a:pt x="107826" y="52484"/>
                  </a:lnTo>
                  <a:lnTo>
                    <a:pt x="140977" y="31491"/>
                  </a:lnTo>
                  <a:lnTo>
                    <a:pt x="176850" y="15590"/>
                  </a:lnTo>
                  <a:lnTo>
                    <a:pt x="214668" y="5124"/>
                  </a:lnTo>
                  <a:lnTo>
                    <a:pt x="253613" y="321"/>
                  </a:lnTo>
                  <a:lnTo>
                    <a:pt x="266699" y="0"/>
                  </a:lnTo>
                  <a:lnTo>
                    <a:pt x="279786" y="321"/>
                  </a:lnTo>
                  <a:lnTo>
                    <a:pt x="318729" y="5124"/>
                  </a:lnTo>
                  <a:lnTo>
                    <a:pt x="356547" y="15590"/>
                  </a:lnTo>
                  <a:lnTo>
                    <a:pt x="392421" y="31491"/>
                  </a:lnTo>
                  <a:lnTo>
                    <a:pt x="425572" y="52484"/>
                  </a:lnTo>
                  <a:lnTo>
                    <a:pt x="455284" y="78114"/>
                  </a:lnTo>
                  <a:lnTo>
                    <a:pt x="480915" y="107826"/>
                  </a:lnTo>
                  <a:lnTo>
                    <a:pt x="501908" y="140977"/>
                  </a:lnTo>
                  <a:lnTo>
                    <a:pt x="517809" y="176850"/>
                  </a:lnTo>
                  <a:lnTo>
                    <a:pt x="528274" y="214668"/>
                  </a:lnTo>
                  <a:lnTo>
                    <a:pt x="533078" y="253613"/>
                  </a:lnTo>
                  <a:lnTo>
                    <a:pt x="533399" y="266699"/>
                  </a:lnTo>
                  <a:lnTo>
                    <a:pt x="533078" y="279786"/>
                  </a:lnTo>
                  <a:lnTo>
                    <a:pt x="528274" y="318730"/>
                  </a:lnTo>
                  <a:lnTo>
                    <a:pt x="517809" y="356548"/>
                  </a:lnTo>
                  <a:lnTo>
                    <a:pt x="501907" y="392421"/>
                  </a:lnTo>
                  <a:lnTo>
                    <a:pt x="480914" y="425572"/>
                  </a:lnTo>
                  <a:lnTo>
                    <a:pt x="455284" y="455284"/>
                  </a:lnTo>
                  <a:lnTo>
                    <a:pt x="425572" y="480914"/>
                  </a:lnTo>
                  <a:lnTo>
                    <a:pt x="392421" y="501907"/>
                  </a:lnTo>
                  <a:lnTo>
                    <a:pt x="356547" y="517809"/>
                  </a:lnTo>
                  <a:lnTo>
                    <a:pt x="318729" y="528274"/>
                  </a:lnTo>
                  <a:lnTo>
                    <a:pt x="279786" y="533078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28" name="object 33">
              <a:extLst>
                <a:ext uri="{FF2B5EF4-FFF2-40B4-BE49-F238E27FC236}">
                  <a16:creationId xmlns:a16="http://schemas.microsoft.com/office/drawing/2014/main" id="{A0F87E5F-C26D-2DF3-399E-6DACE70A872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81624" y="4610099"/>
              <a:ext cx="171450" cy="228600"/>
            </a:xfrm>
            <a:prstGeom prst="rect">
              <a:avLst/>
            </a:prstGeom>
          </p:spPr>
        </p:pic>
      </p:grpSp>
      <p:sp>
        <p:nvSpPr>
          <p:cNvPr id="129" name="object 34">
            <a:extLst>
              <a:ext uri="{FF2B5EF4-FFF2-40B4-BE49-F238E27FC236}">
                <a16:creationId xmlns:a16="http://schemas.microsoft.com/office/drawing/2014/main" id="{ACC43E9D-8A45-A67C-DEE4-ED8336AD3DAB}"/>
              </a:ext>
            </a:extLst>
          </p:cNvPr>
          <p:cNvSpPr txBox="1"/>
          <p:nvPr/>
        </p:nvSpPr>
        <p:spPr>
          <a:xfrm>
            <a:off x="3458633" y="3334702"/>
            <a:ext cx="2423421" cy="487612"/>
          </a:xfrm>
          <a:prstGeom prst="rect">
            <a:avLst/>
          </a:prstGeom>
        </p:spPr>
        <p:txBody>
          <a:bodyPr vert="horz" wrap="square" lIns="0" tIns="90593" rIns="0" bIns="0" rtlCol="0">
            <a:spAutoFit/>
          </a:bodyPr>
          <a:lstStyle/>
          <a:p>
            <a:pPr marL="8467">
              <a:spcBef>
                <a:spcPts val="713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데이터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기반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의사결정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 marR="3387">
              <a:lnSpc>
                <a:spcPct val="111100"/>
              </a:lnSpc>
              <a:spcBef>
                <a:spcPts val="40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객관적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자산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평가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데이터로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전략적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클라우드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전환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계획</a:t>
            </a:r>
            <a:r>
              <a:rPr sz="1000" spc="33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수립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30" name="object 35">
            <a:extLst>
              <a:ext uri="{FF2B5EF4-FFF2-40B4-BE49-F238E27FC236}">
                <a16:creationId xmlns:a16="http://schemas.microsoft.com/office/drawing/2014/main" id="{D28B4C04-A36A-3A35-B57E-14CE69BCB377}"/>
              </a:ext>
            </a:extLst>
          </p:cNvPr>
          <p:cNvGrpSpPr/>
          <p:nvPr/>
        </p:nvGrpSpPr>
        <p:grpSpPr>
          <a:xfrm>
            <a:off x="507999" y="4369329"/>
            <a:ext cx="254000" cy="254000"/>
            <a:chOff x="761999" y="6553199"/>
            <a:chExt cx="381000" cy="381000"/>
          </a:xfrm>
        </p:grpSpPr>
        <p:sp>
          <p:nvSpPr>
            <p:cNvPr id="131" name="object 36">
              <a:extLst>
                <a:ext uri="{FF2B5EF4-FFF2-40B4-BE49-F238E27FC236}">
                  <a16:creationId xmlns:a16="http://schemas.microsoft.com/office/drawing/2014/main" id="{885338D0-2F68-141A-86EB-7BE2C4E69DE7}"/>
                </a:ext>
              </a:extLst>
            </p:cNvPr>
            <p:cNvSpPr/>
            <p:nvPr/>
          </p:nvSpPr>
          <p:spPr>
            <a:xfrm>
              <a:off x="761999" y="6553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6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5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2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32" name="object 37">
              <a:extLst>
                <a:ext uri="{FF2B5EF4-FFF2-40B4-BE49-F238E27FC236}">
                  <a16:creationId xmlns:a16="http://schemas.microsoft.com/office/drawing/2014/main" id="{BBAD0C30-8BFE-B76B-2FDF-FF2C1407499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7396" y="6643686"/>
              <a:ext cx="230207" cy="200025"/>
            </a:xfrm>
            <a:prstGeom prst="rect">
              <a:avLst/>
            </a:prstGeom>
          </p:spPr>
        </p:pic>
      </p:grpSp>
      <p:sp>
        <p:nvSpPr>
          <p:cNvPr id="133" name="object 38">
            <a:extLst>
              <a:ext uri="{FF2B5EF4-FFF2-40B4-BE49-F238E27FC236}">
                <a16:creationId xmlns:a16="http://schemas.microsoft.com/office/drawing/2014/main" id="{80ED018D-5B59-C0D5-B0EE-4276D42D4754}"/>
              </a:ext>
            </a:extLst>
          </p:cNvPr>
          <p:cNvSpPr txBox="1"/>
          <p:nvPr/>
        </p:nvSpPr>
        <p:spPr>
          <a:xfrm>
            <a:off x="855133" y="4379150"/>
            <a:ext cx="1571544" cy="2265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400" b="1" spc="-240" dirty="0">
                <a:latin typeface="SUIT SemiBold" pitchFamily="2" charset="-127"/>
                <a:ea typeface="SUIT SemiBold" pitchFamily="2" charset="-127"/>
                <a:cs typeface="Malgun Gothic"/>
              </a:rPr>
              <a:t>고려해야</a:t>
            </a:r>
            <a:r>
              <a:rPr sz="1400" b="1" spc="-133" dirty="0"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400" b="1" spc="-240" dirty="0">
                <a:latin typeface="SUIT SemiBold" pitchFamily="2" charset="-127"/>
                <a:ea typeface="SUIT SemiBold" pitchFamily="2" charset="-127"/>
                <a:cs typeface="Malgun Gothic"/>
              </a:rPr>
              <a:t>할</a:t>
            </a:r>
            <a:r>
              <a:rPr sz="1400" b="1" spc="-133" dirty="0"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400" b="1" spc="-257" dirty="0">
                <a:latin typeface="SUIT SemiBold" pitchFamily="2" charset="-127"/>
                <a:ea typeface="SUIT SemiBold" pitchFamily="2" charset="-127"/>
                <a:cs typeface="Malgun Gothic"/>
              </a:rPr>
              <a:t>리스크</a:t>
            </a:r>
            <a:endParaRPr sz="1400" dirty="0">
              <a:latin typeface="SUIT SemiBold" pitchFamily="2" charset="-127"/>
              <a:ea typeface="SUIT SemiBold" pitchFamily="2" charset="-127"/>
              <a:cs typeface="Malgun Gothic"/>
            </a:endParaRPr>
          </a:p>
        </p:txBody>
      </p:sp>
      <p:sp>
        <p:nvSpPr>
          <p:cNvPr id="134" name="object 39">
            <a:extLst>
              <a:ext uri="{FF2B5EF4-FFF2-40B4-BE49-F238E27FC236}">
                <a16:creationId xmlns:a16="http://schemas.microsoft.com/office/drawing/2014/main" id="{C277E29E-F3F5-0D8B-EA30-2E1323A93342}"/>
              </a:ext>
            </a:extLst>
          </p:cNvPr>
          <p:cNvSpPr/>
          <p:nvPr/>
        </p:nvSpPr>
        <p:spPr>
          <a:xfrm>
            <a:off x="6222999" y="1473729"/>
            <a:ext cx="25400" cy="4064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135" name="object 40">
            <a:extLst>
              <a:ext uri="{FF2B5EF4-FFF2-40B4-BE49-F238E27FC236}">
                <a16:creationId xmlns:a16="http://schemas.microsoft.com/office/drawing/2014/main" id="{AACD808B-D92D-38A4-C70D-A075F7D6067D}"/>
              </a:ext>
            </a:extLst>
          </p:cNvPr>
          <p:cNvSpPr/>
          <p:nvPr/>
        </p:nvSpPr>
        <p:spPr>
          <a:xfrm>
            <a:off x="6222999" y="2032529"/>
            <a:ext cx="25400" cy="4064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136" name="object 41">
            <a:extLst>
              <a:ext uri="{FF2B5EF4-FFF2-40B4-BE49-F238E27FC236}">
                <a16:creationId xmlns:a16="http://schemas.microsoft.com/office/drawing/2014/main" id="{1F3044F9-E076-7AFD-3425-B705660D2DDA}"/>
              </a:ext>
            </a:extLst>
          </p:cNvPr>
          <p:cNvSpPr/>
          <p:nvPr/>
        </p:nvSpPr>
        <p:spPr>
          <a:xfrm>
            <a:off x="6222999" y="2591329"/>
            <a:ext cx="25400" cy="4064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137" name="object 42">
            <a:extLst>
              <a:ext uri="{FF2B5EF4-FFF2-40B4-BE49-F238E27FC236}">
                <a16:creationId xmlns:a16="http://schemas.microsoft.com/office/drawing/2014/main" id="{1B009D43-792E-E5F8-D42C-6AB0458C7447}"/>
              </a:ext>
            </a:extLst>
          </p:cNvPr>
          <p:cNvSpPr/>
          <p:nvPr/>
        </p:nvSpPr>
        <p:spPr>
          <a:xfrm>
            <a:off x="6222999" y="3150129"/>
            <a:ext cx="25400" cy="4064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sz="1200"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138" name="object 43">
            <a:extLst>
              <a:ext uri="{FF2B5EF4-FFF2-40B4-BE49-F238E27FC236}">
                <a16:creationId xmlns:a16="http://schemas.microsoft.com/office/drawing/2014/main" id="{F1ACC4D0-7452-CA11-C2A8-41643EF04A25}"/>
              </a:ext>
            </a:extLst>
          </p:cNvPr>
          <p:cNvSpPr/>
          <p:nvPr/>
        </p:nvSpPr>
        <p:spPr>
          <a:xfrm>
            <a:off x="6222999" y="3759729"/>
            <a:ext cx="5461000" cy="965200"/>
          </a:xfrm>
          <a:custGeom>
            <a:avLst/>
            <a:gdLst/>
            <a:ahLst/>
            <a:cxnLst/>
            <a:rect l="l" t="t" r="r" b="b"/>
            <a:pathLst>
              <a:path w="8191500" h="1447800">
                <a:moveTo>
                  <a:pt x="8120303" y="1447799"/>
                </a:moveTo>
                <a:lnTo>
                  <a:pt x="71196" y="1447799"/>
                </a:lnTo>
                <a:lnTo>
                  <a:pt x="66241" y="1447311"/>
                </a:lnTo>
                <a:lnTo>
                  <a:pt x="29704" y="1432176"/>
                </a:lnTo>
                <a:lnTo>
                  <a:pt x="3885" y="1396137"/>
                </a:lnTo>
                <a:lnTo>
                  <a:pt x="0" y="1376603"/>
                </a:lnTo>
                <a:lnTo>
                  <a:pt x="0" y="1371599"/>
                </a:lnTo>
                <a:lnTo>
                  <a:pt x="0" y="71196"/>
                </a:lnTo>
                <a:lnTo>
                  <a:pt x="15621" y="29704"/>
                </a:lnTo>
                <a:lnTo>
                  <a:pt x="51660" y="3885"/>
                </a:lnTo>
                <a:lnTo>
                  <a:pt x="71196" y="0"/>
                </a:lnTo>
                <a:lnTo>
                  <a:pt x="8120303" y="0"/>
                </a:lnTo>
                <a:lnTo>
                  <a:pt x="8161793" y="15620"/>
                </a:lnTo>
                <a:lnTo>
                  <a:pt x="8187611" y="51660"/>
                </a:lnTo>
                <a:lnTo>
                  <a:pt x="8191498" y="71196"/>
                </a:lnTo>
                <a:lnTo>
                  <a:pt x="8191498" y="1376603"/>
                </a:lnTo>
                <a:lnTo>
                  <a:pt x="8175876" y="1418093"/>
                </a:lnTo>
                <a:lnTo>
                  <a:pt x="8139835" y="1443913"/>
                </a:lnTo>
                <a:lnTo>
                  <a:pt x="8125258" y="1447311"/>
                </a:lnTo>
                <a:lnTo>
                  <a:pt x="8120303" y="1447799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endParaRPr sz="1200">
              <a:latin typeface="SUIT SemiBold" pitchFamily="2" charset="-127"/>
              <a:ea typeface="SUIT SemiBold" pitchFamily="2" charset="-127"/>
            </a:endParaRPr>
          </a:p>
        </p:txBody>
      </p:sp>
      <p:grpSp>
        <p:nvGrpSpPr>
          <p:cNvPr id="139" name="object 44">
            <a:extLst>
              <a:ext uri="{FF2B5EF4-FFF2-40B4-BE49-F238E27FC236}">
                <a16:creationId xmlns:a16="http://schemas.microsoft.com/office/drawing/2014/main" id="{C706FBDF-D369-F388-150D-0F47F3906B70}"/>
              </a:ext>
            </a:extLst>
          </p:cNvPr>
          <p:cNvGrpSpPr/>
          <p:nvPr/>
        </p:nvGrpSpPr>
        <p:grpSpPr>
          <a:xfrm>
            <a:off x="6222999" y="1067329"/>
            <a:ext cx="254000" cy="254000"/>
            <a:chOff x="9334499" y="1600199"/>
            <a:chExt cx="381000" cy="381000"/>
          </a:xfrm>
        </p:grpSpPr>
        <p:sp>
          <p:nvSpPr>
            <p:cNvPr id="140" name="object 45">
              <a:extLst>
                <a:ext uri="{FF2B5EF4-FFF2-40B4-BE49-F238E27FC236}">
                  <a16:creationId xmlns:a16="http://schemas.microsoft.com/office/drawing/2014/main" id="{C44A322D-C04F-42FD-8470-5D69D1F53E71}"/>
                </a:ext>
              </a:extLst>
            </p:cNvPr>
            <p:cNvSpPr/>
            <p:nvPr/>
          </p:nvSpPr>
          <p:spPr>
            <a:xfrm>
              <a:off x="9334499" y="1600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200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2" y="92572"/>
                  </a:lnTo>
                  <a:lnTo>
                    <a:pt x="372798" y="135200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41" name="object 46">
              <a:extLst>
                <a:ext uri="{FF2B5EF4-FFF2-40B4-BE49-F238E27FC236}">
                  <a16:creationId xmlns:a16="http://schemas.microsoft.com/office/drawing/2014/main" id="{B1359094-7078-855A-E77A-E1A0FFA098E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38470" y="1675596"/>
              <a:ext cx="173101" cy="229582"/>
            </a:xfrm>
            <a:prstGeom prst="rect">
              <a:avLst/>
            </a:prstGeom>
          </p:spPr>
        </p:pic>
      </p:grpSp>
      <p:sp>
        <p:nvSpPr>
          <p:cNvPr id="142" name="object 47">
            <a:extLst>
              <a:ext uri="{FF2B5EF4-FFF2-40B4-BE49-F238E27FC236}">
                <a16:creationId xmlns:a16="http://schemas.microsoft.com/office/drawing/2014/main" id="{C7901325-626B-FF9F-F87E-7E6F9FB9C67E}"/>
              </a:ext>
            </a:extLst>
          </p:cNvPr>
          <p:cNvSpPr txBox="1"/>
          <p:nvPr/>
        </p:nvSpPr>
        <p:spPr>
          <a:xfrm>
            <a:off x="6570133" y="1077151"/>
            <a:ext cx="900853" cy="2265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1400" b="1" spc="-240" dirty="0">
                <a:latin typeface="SUIT SemiBold" pitchFamily="2" charset="-127"/>
                <a:ea typeface="SUIT SemiBold" pitchFamily="2" charset="-127"/>
                <a:cs typeface="Malgun Gothic"/>
              </a:rPr>
              <a:t>제안의</a:t>
            </a:r>
            <a:r>
              <a:rPr sz="1400" b="1" spc="-133" dirty="0"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400" b="1" spc="-257" dirty="0">
                <a:latin typeface="SUIT SemiBold" pitchFamily="2" charset="-127"/>
                <a:ea typeface="SUIT SemiBold" pitchFamily="2" charset="-127"/>
                <a:cs typeface="Malgun Gothic"/>
              </a:rPr>
              <a:t>차별성</a:t>
            </a:r>
            <a:endParaRPr sz="1400">
              <a:latin typeface="SUIT SemiBold" pitchFamily="2" charset="-127"/>
              <a:ea typeface="SUIT SemiBold" pitchFamily="2" charset="-127"/>
              <a:cs typeface="Malgun Gothic"/>
            </a:endParaRPr>
          </a:p>
        </p:txBody>
      </p:sp>
      <p:grpSp>
        <p:nvGrpSpPr>
          <p:cNvPr id="143" name="object 48">
            <a:extLst>
              <a:ext uri="{FF2B5EF4-FFF2-40B4-BE49-F238E27FC236}">
                <a16:creationId xmlns:a16="http://schemas.microsoft.com/office/drawing/2014/main" id="{B10F84AA-1DC0-286C-3668-DF94EF868985}"/>
              </a:ext>
            </a:extLst>
          </p:cNvPr>
          <p:cNvGrpSpPr/>
          <p:nvPr/>
        </p:nvGrpSpPr>
        <p:grpSpPr>
          <a:xfrm>
            <a:off x="6400799" y="1473729"/>
            <a:ext cx="406400" cy="406400"/>
            <a:chOff x="9601199" y="2209799"/>
            <a:chExt cx="609600" cy="609600"/>
          </a:xfrm>
        </p:grpSpPr>
        <p:sp>
          <p:nvSpPr>
            <p:cNvPr id="144" name="object 49">
              <a:extLst>
                <a:ext uri="{FF2B5EF4-FFF2-40B4-BE49-F238E27FC236}">
                  <a16:creationId xmlns:a16="http://schemas.microsoft.com/office/drawing/2014/main" id="{73BC09A2-3177-CC8B-7D22-A3BACB1FBBED}"/>
                </a:ext>
              </a:extLst>
            </p:cNvPr>
            <p:cNvSpPr/>
            <p:nvPr/>
          </p:nvSpPr>
          <p:spPr>
            <a:xfrm>
              <a:off x="9601199" y="22097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1" y="596474"/>
                  </a:lnTo>
                  <a:lnTo>
                    <a:pt x="174481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5" y="498162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29" y="59981"/>
                  </a:lnTo>
                  <a:lnTo>
                    <a:pt x="161116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6" y="367"/>
                  </a:lnTo>
                  <a:lnTo>
                    <a:pt x="364262" y="5856"/>
                  </a:lnTo>
                  <a:lnTo>
                    <a:pt x="407483" y="17817"/>
                  </a:lnTo>
                  <a:lnTo>
                    <a:pt x="448480" y="35990"/>
                  </a:lnTo>
                  <a:lnTo>
                    <a:pt x="486368" y="59981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7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7" y="448481"/>
                  </a:lnTo>
                  <a:lnTo>
                    <a:pt x="549617" y="486368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79" y="573609"/>
                  </a:lnTo>
                  <a:lnTo>
                    <a:pt x="407483" y="591782"/>
                  </a:lnTo>
                  <a:lnTo>
                    <a:pt x="364262" y="603743"/>
                  </a:lnTo>
                  <a:lnTo>
                    <a:pt x="319756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45" name="object 50">
              <a:extLst>
                <a:ext uri="{FF2B5EF4-FFF2-40B4-BE49-F238E27FC236}">
                  <a16:creationId xmlns:a16="http://schemas.microsoft.com/office/drawing/2014/main" id="{9FFEFC66-4877-FC2C-E872-8A72141AA6AC}"/>
                </a:ext>
              </a:extLst>
            </p:cNvPr>
            <p:cNvSpPr/>
            <p:nvPr/>
          </p:nvSpPr>
          <p:spPr>
            <a:xfrm>
              <a:off x="9761785" y="237038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5">
                  <a:moveTo>
                    <a:pt x="233483" y="287075"/>
                  </a:moveTo>
                  <a:lnTo>
                    <a:pt x="158334" y="219335"/>
                  </a:lnTo>
                  <a:lnTo>
                    <a:pt x="146181" y="195336"/>
                  </a:lnTo>
                  <a:lnTo>
                    <a:pt x="146232" y="182071"/>
                  </a:lnTo>
                  <a:lnTo>
                    <a:pt x="150353" y="169329"/>
                  </a:lnTo>
                  <a:lnTo>
                    <a:pt x="89520" y="108495"/>
                  </a:lnTo>
                  <a:lnTo>
                    <a:pt x="55196" y="108495"/>
                  </a:lnTo>
                  <a:lnTo>
                    <a:pt x="51234" y="106542"/>
                  </a:lnTo>
                  <a:lnTo>
                    <a:pt x="48722" y="103249"/>
                  </a:lnTo>
                  <a:lnTo>
                    <a:pt x="4074" y="45206"/>
                  </a:lnTo>
                  <a:lnTo>
                    <a:pt x="0" y="39848"/>
                  </a:lnTo>
                  <a:lnTo>
                    <a:pt x="502" y="32314"/>
                  </a:lnTo>
                  <a:lnTo>
                    <a:pt x="27570" y="5246"/>
                  </a:lnTo>
                  <a:lnTo>
                    <a:pt x="32370" y="502"/>
                  </a:lnTo>
                  <a:lnTo>
                    <a:pt x="39904" y="0"/>
                  </a:lnTo>
                  <a:lnTo>
                    <a:pt x="106542" y="51289"/>
                  </a:lnTo>
                  <a:lnTo>
                    <a:pt x="108495" y="55196"/>
                  </a:lnTo>
                  <a:lnTo>
                    <a:pt x="108495" y="89520"/>
                  </a:lnTo>
                  <a:lnTo>
                    <a:pt x="169211" y="150235"/>
                  </a:lnTo>
                  <a:lnTo>
                    <a:pt x="208100" y="150235"/>
                  </a:lnTo>
                  <a:lnTo>
                    <a:pt x="219335" y="158334"/>
                  </a:lnTo>
                  <a:lnTo>
                    <a:pt x="281843" y="220842"/>
                  </a:lnTo>
                  <a:lnTo>
                    <a:pt x="285767" y="226754"/>
                  </a:lnTo>
                  <a:lnTo>
                    <a:pt x="287075" y="233483"/>
                  </a:lnTo>
                  <a:lnTo>
                    <a:pt x="285767" y="240212"/>
                  </a:lnTo>
                  <a:lnTo>
                    <a:pt x="281843" y="246124"/>
                  </a:lnTo>
                  <a:lnTo>
                    <a:pt x="246124" y="281843"/>
                  </a:lnTo>
                  <a:lnTo>
                    <a:pt x="240212" y="285767"/>
                  </a:lnTo>
                  <a:lnTo>
                    <a:pt x="233483" y="287075"/>
                  </a:lnTo>
                  <a:close/>
                </a:path>
                <a:path w="287654" h="287655">
                  <a:moveTo>
                    <a:pt x="173961" y="129759"/>
                  </a:moveTo>
                  <a:lnTo>
                    <a:pt x="126355" y="82153"/>
                  </a:lnTo>
                  <a:lnTo>
                    <a:pt x="126355" y="81706"/>
                  </a:lnTo>
                  <a:lnTo>
                    <a:pt x="132673" y="50430"/>
                  </a:lnTo>
                  <a:lnTo>
                    <a:pt x="149900" y="24884"/>
                  </a:lnTo>
                  <a:lnTo>
                    <a:pt x="175446" y="7657"/>
                  </a:lnTo>
                  <a:lnTo>
                    <a:pt x="206722" y="1339"/>
                  </a:lnTo>
                  <a:lnTo>
                    <a:pt x="212582" y="1339"/>
                  </a:lnTo>
                  <a:lnTo>
                    <a:pt x="218275" y="1953"/>
                  </a:lnTo>
                  <a:lnTo>
                    <a:pt x="230051" y="4464"/>
                  </a:lnTo>
                  <a:lnTo>
                    <a:pt x="231669" y="12110"/>
                  </a:lnTo>
                  <a:lnTo>
                    <a:pt x="189811" y="53968"/>
                  </a:lnTo>
                  <a:lnTo>
                    <a:pt x="188862" y="56257"/>
                  </a:lnTo>
                  <a:lnTo>
                    <a:pt x="188862" y="95603"/>
                  </a:lnTo>
                  <a:lnTo>
                    <a:pt x="192881" y="99621"/>
                  </a:lnTo>
                  <a:lnTo>
                    <a:pt x="284465" y="99621"/>
                  </a:lnTo>
                  <a:lnTo>
                    <a:pt x="283697" y="104867"/>
                  </a:lnTo>
                  <a:lnTo>
                    <a:pt x="274183" y="125385"/>
                  </a:lnTo>
                  <a:lnTo>
                    <a:pt x="271997" y="127906"/>
                  </a:lnTo>
                  <a:lnTo>
                    <a:pt x="189293" y="127906"/>
                  </a:lnTo>
                  <a:lnTo>
                    <a:pt x="173961" y="129759"/>
                  </a:lnTo>
                  <a:close/>
                </a:path>
                <a:path w="287654" h="287655">
                  <a:moveTo>
                    <a:pt x="284465" y="99621"/>
                  </a:moveTo>
                  <a:lnTo>
                    <a:pt x="232171" y="99621"/>
                  </a:lnTo>
                  <a:lnTo>
                    <a:pt x="234460" y="98673"/>
                  </a:lnTo>
                  <a:lnTo>
                    <a:pt x="276318" y="56815"/>
                  </a:lnTo>
                  <a:lnTo>
                    <a:pt x="283964" y="58433"/>
                  </a:lnTo>
                  <a:lnTo>
                    <a:pt x="286475" y="70153"/>
                  </a:lnTo>
                  <a:lnTo>
                    <a:pt x="287089" y="75846"/>
                  </a:lnTo>
                  <a:lnTo>
                    <a:pt x="287024" y="82153"/>
                  </a:lnTo>
                  <a:lnTo>
                    <a:pt x="284465" y="99621"/>
                  </a:lnTo>
                  <a:close/>
                </a:path>
                <a:path w="287654" h="287655">
                  <a:moveTo>
                    <a:pt x="240766" y="154539"/>
                  </a:moveTo>
                  <a:lnTo>
                    <a:pt x="232004" y="145777"/>
                  </a:lnTo>
                  <a:lnTo>
                    <a:pt x="219120" y="135920"/>
                  </a:lnTo>
                  <a:lnTo>
                    <a:pt x="204615" y="129961"/>
                  </a:lnTo>
                  <a:lnTo>
                    <a:pt x="189293" y="127906"/>
                  </a:lnTo>
                  <a:lnTo>
                    <a:pt x="271997" y="127906"/>
                  </a:lnTo>
                  <a:lnTo>
                    <a:pt x="259541" y="142272"/>
                  </a:lnTo>
                  <a:lnTo>
                    <a:pt x="240766" y="154539"/>
                  </a:lnTo>
                  <a:close/>
                </a:path>
                <a:path w="287654" h="287655">
                  <a:moveTo>
                    <a:pt x="39375" y="287075"/>
                  </a:moveTo>
                  <a:lnTo>
                    <a:pt x="39165" y="287075"/>
                  </a:lnTo>
                  <a:lnTo>
                    <a:pt x="24484" y="284111"/>
                  </a:lnTo>
                  <a:lnTo>
                    <a:pt x="12434" y="275983"/>
                  </a:lnTo>
                  <a:lnTo>
                    <a:pt x="4317" y="263944"/>
                  </a:lnTo>
                  <a:lnTo>
                    <a:pt x="1339" y="249194"/>
                  </a:lnTo>
                  <a:lnTo>
                    <a:pt x="2011" y="242441"/>
                  </a:lnTo>
                  <a:lnTo>
                    <a:pt x="2078" y="241766"/>
                  </a:lnTo>
                  <a:lnTo>
                    <a:pt x="4234" y="234690"/>
                  </a:lnTo>
                  <a:lnTo>
                    <a:pt x="7720" y="228168"/>
                  </a:lnTo>
                  <a:lnTo>
                    <a:pt x="12445" y="222405"/>
                  </a:lnTo>
                  <a:lnTo>
                    <a:pt x="95324" y="139470"/>
                  </a:lnTo>
                  <a:lnTo>
                    <a:pt x="129759" y="173905"/>
                  </a:lnTo>
                  <a:lnTo>
                    <a:pt x="128189" y="183004"/>
                  </a:lnTo>
                  <a:lnTo>
                    <a:pt x="128001" y="192197"/>
                  </a:lnTo>
                  <a:lnTo>
                    <a:pt x="129194" y="201327"/>
                  </a:lnTo>
                  <a:lnTo>
                    <a:pt x="131768" y="210238"/>
                  </a:lnTo>
                  <a:lnTo>
                    <a:pt x="112960" y="229046"/>
                  </a:lnTo>
                  <a:lnTo>
                    <a:pt x="44211" y="229046"/>
                  </a:lnTo>
                  <a:lnTo>
                    <a:pt x="42503" y="229386"/>
                  </a:lnTo>
                  <a:lnTo>
                    <a:pt x="32593" y="244217"/>
                  </a:lnTo>
                  <a:lnTo>
                    <a:pt x="32933" y="245925"/>
                  </a:lnTo>
                  <a:lnTo>
                    <a:pt x="44211" y="255835"/>
                  </a:lnTo>
                  <a:lnTo>
                    <a:pt x="86171" y="255835"/>
                  </a:lnTo>
                  <a:lnTo>
                    <a:pt x="66023" y="275983"/>
                  </a:lnTo>
                  <a:lnTo>
                    <a:pt x="60260" y="280708"/>
                  </a:lnTo>
                  <a:lnTo>
                    <a:pt x="53893" y="284111"/>
                  </a:lnTo>
                  <a:lnTo>
                    <a:pt x="46661" y="286350"/>
                  </a:lnTo>
                  <a:lnTo>
                    <a:pt x="39375" y="287075"/>
                  </a:lnTo>
                  <a:close/>
                </a:path>
                <a:path w="287654" h="287655">
                  <a:moveTo>
                    <a:pt x="208100" y="150235"/>
                  </a:moveTo>
                  <a:lnTo>
                    <a:pt x="169693" y="150235"/>
                  </a:lnTo>
                  <a:lnTo>
                    <a:pt x="182187" y="146202"/>
                  </a:lnTo>
                  <a:lnTo>
                    <a:pt x="195336" y="146202"/>
                  </a:lnTo>
                  <a:lnTo>
                    <a:pt x="208100" y="150235"/>
                  </a:lnTo>
                  <a:close/>
                </a:path>
                <a:path w="287654" h="287655">
                  <a:moveTo>
                    <a:pt x="86171" y="255835"/>
                  </a:moveTo>
                  <a:lnTo>
                    <a:pt x="47764" y="255835"/>
                  </a:lnTo>
                  <a:lnTo>
                    <a:pt x="49472" y="255495"/>
                  </a:lnTo>
                  <a:lnTo>
                    <a:pt x="52754" y="254136"/>
                  </a:lnTo>
                  <a:lnTo>
                    <a:pt x="54203" y="253168"/>
                  </a:lnTo>
                  <a:lnTo>
                    <a:pt x="56715" y="250656"/>
                  </a:lnTo>
                  <a:lnTo>
                    <a:pt x="57688" y="249194"/>
                  </a:lnTo>
                  <a:lnTo>
                    <a:pt x="58960" y="246124"/>
                  </a:lnTo>
                  <a:lnTo>
                    <a:pt x="59042" y="245925"/>
                  </a:lnTo>
                  <a:lnTo>
                    <a:pt x="59382" y="244217"/>
                  </a:lnTo>
                  <a:lnTo>
                    <a:pt x="59292" y="240212"/>
                  </a:lnTo>
                  <a:lnTo>
                    <a:pt x="59042" y="238956"/>
                  </a:lnTo>
                  <a:lnTo>
                    <a:pt x="47764" y="229046"/>
                  </a:lnTo>
                  <a:lnTo>
                    <a:pt x="112960" y="229046"/>
                  </a:lnTo>
                  <a:lnTo>
                    <a:pt x="86171" y="25583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</p:grpSp>
      <p:sp>
        <p:nvSpPr>
          <p:cNvPr id="146" name="object 51">
            <a:extLst>
              <a:ext uri="{FF2B5EF4-FFF2-40B4-BE49-F238E27FC236}">
                <a16:creationId xmlns:a16="http://schemas.microsoft.com/office/drawing/2014/main" id="{F56788B8-1E23-0F29-9482-FC8FE2F26BB0}"/>
              </a:ext>
            </a:extLst>
          </p:cNvPr>
          <p:cNvSpPr txBox="1"/>
          <p:nvPr/>
        </p:nvSpPr>
        <p:spPr>
          <a:xfrm>
            <a:off x="6900333" y="1481648"/>
            <a:ext cx="2450677" cy="373178"/>
          </a:xfrm>
          <a:prstGeom prst="rect">
            <a:avLst/>
          </a:prstGeom>
        </p:spPr>
        <p:txBody>
          <a:bodyPr vert="horz" wrap="square" lIns="0" tIns="21589" rIns="0" bIns="0" rtlCol="0">
            <a:spAutoFit/>
          </a:bodyPr>
          <a:lstStyle/>
          <a:p>
            <a:pPr marL="8467">
              <a:spcBef>
                <a:spcPts val="169"/>
              </a:spcBef>
            </a:pPr>
            <a:r>
              <a:rPr sz="1200" b="1" spc="-9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Noto Sans JP"/>
              </a:rPr>
              <a:t>Microsoft</a:t>
            </a:r>
            <a:r>
              <a:rPr sz="1200" b="1" spc="2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Noto Sans JP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표준</a:t>
            </a:r>
            <a:r>
              <a:rPr sz="1200" b="1" spc="-10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프레임워크</a:t>
            </a:r>
            <a:r>
              <a:rPr sz="1200" b="1" spc="-10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숙련도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83"/>
              </a:spcBef>
            </a:pPr>
            <a:r>
              <a:rPr sz="1000" spc="-8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1000" spc="2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8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Migrate</a:t>
            </a:r>
            <a:r>
              <a:rPr sz="1000" spc="2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도구에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대한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깊은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이해와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숙련된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활용</a:t>
            </a:r>
            <a:r>
              <a:rPr sz="1000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경험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47" name="object 52">
            <a:extLst>
              <a:ext uri="{FF2B5EF4-FFF2-40B4-BE49-F238E27FC236}">
                <a16:creationId xmlns:a16="http://schemas.microsoft.com/office/drawing/2014/main" id="{66E39020-1C8E-1C9A-73B2-87F4263FA34D}"/>
              </a:ext>
            </a:extLst>
          </p:cNvPr>
          <p:cNvGrpSpPr/>
          <p:nvPr/>
        </p:nvGrpSpPr>
        <p:grpSpPr>
          <a:xfrm>
            <a:off x="6400799" y="2032529"/>
            <a:ext cx="406400" cy="406400"/>
            <a:chOff x="9601199" y="3047999"/>
            <a:chExt cx="609600" cy="609600"/>
          </a:xfrm>
        </p:grpSpPr>
        <p:sp>
          <p:nvSpPr>
            <p:cNvPr id="148" name="object 53">
              <a:extLst>
                <a:ext uri="{FF2B5EF4-FFF2-40B4-BE49-F238E27FC236}">
                  <a16:creationId xmlns:a16="http://schemas.microsoft.com/office/drawing/2014/main" id="{55A9DFCF-3E5C-A9DC-06BF-584DBB0CD7BB}"/>
                </a:ext>
              </a:extLst>
            </p:cNvPr>
            <p:cNvSpPr/>
            <p:nvPr/>
          </p:nvSpPr>
          <p:spPr>
            <a:xfrm>
              <a:off x="9601199" y="30479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1" y="596474"/>
                  </a:lnTo>
                  <a:lnTo>
                    <a:pt x="174481" y="580335"/>
                  </a:lnTo>
                  <a:lnTo>
                    <a:pt x="135461" y="558231"/>
                  </a:lnTo>
                  <a:lnTo>
                    <a:pt x="100108" y="530641"/>
                  </a:lnTo>
                  <a:lnTo>
                    <a:pt x="69185" y="498162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29" y="59982"/>
                  </a:lnTo>
                  <a:lnTo>
                    <a:pt x="161116" y="35990"/>
                  </a:lnTo>
                  <a:lnTo>
                    <a:pt x="202115" y="17816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6" y="367"/>
                  </a:lnTo>
                  <a:lnTo>
                    <a:pt x="364262" y="5856"/>
                  </a:lnTo>
                  <a:lnTo>
                    <a:pt x="407483" y="17816"/>
                  </a:lnTo>
                  <a:lnTo>
                    <a:pt x="448480" y="35990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7" y="161117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7" y="448481"/>
                  </a:lnTo>
                  <a:lnTo>
                    <a:pt x="549617" y="486368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79" y="573609"/>
                  </a:lnTo>
                  <a:lnTo>
                    <a:pt x="407483" y="591782"/>
                  </a:lnTo>
                  <a:lnTo>
                    <a:pt x="364262" y="603743"/>
                  </a:lnTo>
                  <a:lnTo>
                    <a:pt x="319756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49" name="object 54">
              <a:extLst>
                <a:ext uri="{FF2B5EF4-FFF2-40B4-BE49-F238E27FC236}">
                  <a16:creationId xmlns:a16="http://schemas.microsoft.com/office/drawing/2014/main" id="{48782E9A-2BBD-2E79-4260-38B43C1D5FF1}"/>
                </a:ext>
              </a:extLst>
            </p:cNvPr>
            <p:cNvSpPr/>
            <p:nvPr/>
          </p:nvSpPr>
          <p:spPr>
            <a:xfrm>
              <a:off x="9725024" y="3209924"/>
              <a:ext cx="357505" cy="285750"/>
            </a:xfrm>
            <a:custGeom>
              <a:avLst/>
              <a:gdLst/>
              <a:ahLst/>
              <a:cxnLst/>
              <a:rect l="l" t="t" r="r" b="b"/>
              <a:pathLst>
                <a:path w="357504" h="285750">
                  <a:moveTo>
                    <a:pt x="196453" y="53578"/>
                  </a:moveTo>
                  <a:lnTo>
                    <a:pt x="160734" y="53578"/>
                  </a:lnTo>
                  <a:lnTo>
                    <a:pt x="160734" y="7980"/>
                  </a:lnTo>
                  <a:lnTo>
                    <a:pt x="168715" y="0"/>
                  </a:lnTo>
                  <a:lnTo>
                    <a:pt x="188472" y="0"/>
                  </a:lnTo>
                  <a:lnTo>
                    <a:pt x="196453" y="7980"/>
                  </a:lnTo>
                  <a:lnTo>
                    <a:pt x="196453" y="53578"/>
                  </a:lnTo>
                  <a:close/>
                </a:path>
                <a:path w="357504" h="285750">
                  <a:moveTo>
                    <a:pt x="263425" y="285750"/>
                  </a:moveTo>
                  <a:lnTo>
                    <a:pt x="93761" y="285750"/>
                  </a:lnTo>
                  <a:lnTo>
                    <a:pt x="78112" y="282594"/>
                  </a:lnTo>
                  <a:lnTo>
                    <a:pt x="65340" y="273987"/>
                  </a:lnTo>
                  <a:lnTo>
                    <a:pt x="56733" y="261216"/>
                  </a:lnTo>
                  <a:lnTo>
                    <a:pt x="53578" y="245566"/>
                  </a:lnTo>
                  <a:lnTo>
                    <a:pt x="53578" y="93761"/>
                  </a:lnTo>
                  <a:lnTo>
                    <a:pt x="56733" y="78112"/>
                  </a:lnTo>
                  <a:lnTo>
                    <a:pt x="65340" y="65340"/>
                  </a:lnTo>
                  <a:lnTo>
                    <a:pt x="78112" y="56733"/>
                  </a:lnTo>
                  <a:lnTo>
                    <a:pt x="93761" y="53578"/>
                  </a:lnTo>
                  <a:lnTo>
                    <a:pt x="263425" y="53578"/>
                  </a:lnTo>
                  <a:lnTo>
                    <a:pt x="279075" y="56733"/>
                  </a:lnTo>
                  <a:lnTo>
                    <a:pt x="291847" y="65340"/>
                  </a:lnTo>
                  <a:lnTo>
                    <a:pt x="300454" y="78112"/>
                  </a:lnTo>
                  <a:lnTo>
                    <a:pt x="303609" y="93761"/>
                  </a:lnTo>
                  <a:lnTo>
                    <a:pt x="303609" y="120550"/>
                  </a:lnTo>
                  <a:lnTo>
                    <a:pt x="122055" y="120550"/>
                  </a:lnTo>
                  <a:lnTo>
                    <a:pt x="119207" y="121117"/>
                  </a:lnTo>
                  <a:lnTo>
                    <a:pt x="102691" y="139914"/>
                  </a:lnTo>
                  <a:lnTo>
                    <a:pt x="102691" y="145835"/>
                  </a:lnTo>
                  <a:lnTo>
                    <a:pt x="122055" y="165199"/>
                  </a:lnTo>
                  <a:lnTo>
                    <a:pt x="303609" y="165199"/>
                  </a:lnTo>
                  <a:lnTo>
                    <a:pt x="303609" y="214312"/>
                  </a:lnTo>
                  <a:lnTo>
                    <a:pt x="111174" y="214312"/>
                  </a:lnTo>
                  <a:lnTo>
                    <a:pt x="107156" y="218330"/>
                  </a:lnTo>
                  <a:lnTo>
                    <a:pt x="107156" y="228153"/>
                  </a:lnTo>
                  <a:lnTo>
                    <a:pt x="111174" y="232171"/>
                  </a:lnTo>
                  <a:lnTo>
                    <a:pt x="303609" y="232171"/>
                  </a:lnTo>
                  <a:lnTo>
                    <a:pt x="303609" y="245566"/>
                  </a:lnTo>
                  <a:lnTo>
                    <a:pt x="300454" y="261216"/>
                  </a:lnTo>
                  <a:lnTo>
                    <a:pt x="291847" y="273987"/>
                  </a:lnTo>
                  <a:lnTo>
                    <a:pt x="279075" y="282594"/>
                  </a:lnTo>
                  <a:lnTo>
                    <a:pt x="263425" y="285750"/>
                  </a:lnTo>
                  <a:close/>
                </a:path>
                <a:path w="357504" h="285750">
                  <a:moveTo>
                    <a:pt x="229211" y="165199"/>
                  </a:moveTo>
                  <a:lnTo>
                    <a:pt x="127975" y="165199"/>
                  </a:lnTo>
                  <a:lnTo>
                    <a:pt x="130823" y="164632"/>
                  </a:lnTo>
                  <a:lnTo>
                    <a:pt x="136293" y="162366"/>
                  </a:lnTo>
                  <a:lnTo>
                    <a:pt x="147339" y="145835"/>
                  </a:lnTo>
                  <a:lnTo>
                    <a:pt x="147339" y="139914"/>
                  </a:lnTo>
                  <a:lnTo>
                    <a:pt x="127975" y="120550"/>
                  </a:lnTo>
                  <a:lnTo>
                    <a:pt x="229211" y="120550"/>
                  </a:lnTo>
                  <a:lnTo>
                    <a:pt x="209847" y="139914"/>
                  </a:lnTo>
                  <a:lnTo>
                    <a:pt x="209847" y="145835"/>
                  </a:lnTo>
                  <a:lnTo>
                    <a:pt x="226363" y="164632"/>
                  </a:lnTo>
                  <a:lnTo>
                    <a:pt x="229211" y="165199"/>
                  </a:lnTo>
                  <a:close/>
                </a:path>
                <a:path w="357504" h="285750">
                  <a:moveTo>
                    <a:pt x="303609" y="165199"/>
                  </a:moveTo>
                  <a:lnTo>
                    <a:pt x="235132" y="165199"/>
                  </a:lnTo>
                  <a:lnTo>
                    <a:pt x="237979" y="164632"/>
                  </a:lnTo>
                  <a:lnTo>
                    <a:pt x="243449" y="162366"/>
                  </a:lnTo>
                  <a:lnTo>
                    <a:pt x="254496" y="145835"/>
                  </a:lnTo>
                  <a:lnTo>
                    <a:pt x="254496" y="139914"/>
                  </a:lnTo>
                  <a:lnTo>
                    <a:pt x="235132" y="120550"/>
                  </a:lnTo>
                  <a:lnTo>
                    <a:pt x="303609" y="120550"/>
                  </a:lnTo>
                  <a:lnTo>
                    <a:pt x="303609" y="165199"/>
                  </a:lnTo>
                  <a:close/>
                </a:path>
                <a:path w="357504" h="285750">
                  <a:moveTo>
                    <a:pt x="164752" y="232171"/>
                  </a:moveTo>
                  <a:lnTo>
                    <a:pt x="138856" y="232171"/>
                  </a:lnTo>
                  <a:lnTo>
                    <a:pt x="142875" y="228153"/>
                  </a:lnTo>
                  <a:lnTo>
                    <a:pt x="142875" y="218330"/>
                  </a:lnTo>
                  <a:lnTo>
                    <a:pt x="138856" y="214312"/>
                  </a:lnTo>
                  <a:lnTo>
                    <a:pt x="164752" y="214312"/>
                  </a:lnTo>
                  <a:lnTo>
                    <a:pt x="160734" y="218330"/>
                  </a:lnTo>
                  <a:lnTo>
                    <a:pt x="160734" y="228153"/>
                  </a:lnTo>
                  <a:lnTo>
                    <a:pt x="164752" y="232171"/>
                  </a:lnTo>
                  <a:close/>
                </a:path>
                <a:path w="357504" h="285750">
                  <a:moveTo>
                    <a:pt x="218330" y="232171"/>
                  </a:moveTo>
                  <a:lnTo>
                    <a:pt x="192434" y="232171"/>
                  </a:lnTo>
                  <a:lnTo>
                    <a:pt x="196453" y="228153"/>
                  </a:lnTo>
                  <a:lnTo>
                    <a:pt x="196453" y="218330"/>
                  </a:lnTo>
                  <a:lnTo>
                    <a:pt x="192434" y="214312"/>
                  </a:lnTo>
                  <a:lnTo>
                    <a:pt x="218330" y="214312"/>
                  </a:lnTo>
                  <a:lnTo>
                    <a:pt x="214312" y="218330"/>
                  </a:lnTo>
                  <a:lnTo>
                    <a:pt x="214312" y="228153"/>
                  </a:lnTo>
                  <a:lnTo>
                    <a:pt x="218330" y="232171"/>
                  </a:lnTo>
                  <a:close/>
                </a:path>
                <a:path w="357504" h="285750">
                  <a:moveTo>
                    <a:pt x="303609" y="232171"/>
                  </a:moveTo>
                  <a:lnTo>
                    <a:pt x="246012" y="232171"/>
                  </a:lnTo>
                  <a:lnTo>
                    <a:pt x="250031" y="228153"/>
                  </a:lnTo>
                  <a:lnTo>
                    <a:pt x="250031" y="218330"/>
                  </a:lnTo>
                  <a:lnTo>
                    <a:pt x="246012" y="214312"/>
                  </a:lnTo>
                  <a:lnTo>
                    <a:pt x="303609" y="214312"/>
                  </a:lnTo>
                  <a:lnTo>
                    <a:pt x="303609" y="232171"/>
                  </a:lnTo>
                  <a:close/>
                </a:path>
                <a:path w="357504" h="285750">
                  <a:moveTo>
                    <a:pt x="35718" y="232171"/>
                  </a:moveTo>
                  <a:lnTo>
                    <a:pt x="26789" y="232171"/>
                  </a:lnTo>
                  <a:lnTo>
                    <a:pt x="16363" y="230065"/>
                  </a:lnTo>
                  <a:lnTo>
                    <a:pt x="7848" y="224323"/>
                  </a:lnTo>
                  <a:lnTo>
                    <a:pt x="2105" y="215808"/>
                  </a:lnTo>
                  <a:lnTo>
                    <a:pt x="0" y="205382"/>
                  </a:lnTo>
                  <a:lnTo>
                    <a:pt x="0" y="151804"/>
                  </a:lnTo>
                  <a:lnTo>
                    <a:pt x="2105" y="141379"/>
                  </a:lnTo>
                  <a:lnTo>
                    <a:pt x="7848" y="132863"/>
                  </a:lnTo>
                  <a:lnTo>
                    <a:pt x="16363" y="127121"/>
                  </a:lnTo>
                  <a:lnTo>
                    <a:pt x="26789" y="125015"/>
                  </a:lnTo>
                  <a:lnTo>
                    <a:pt x="35718" y="125015"/>
                  </a:lnTo>
                  <a:lnTo>
                    <a:pt x="35718" y="232171"/>
                  </a:lnTo>
                  <a:close/>
                </a:path>
                <a:path w="357504" h="285750">
                  <a:moveTo>
                    <a:pt x="330398" y="232171"/>
                  </a:moveTo>
                  <a:lnTo>
                    <a:pt x="321468" y="232171"/>
                  </a:lnTo>
                  <a:lnTo>
                    <a:pt x="321468" y="125015"/>
                  </a:lnTo>
                  <a:lnTo>
                    <a:pt x="330398" y="125015"/>
                  </a:lnTo>
                  <a:lnTo>
                    <a:pt x="340823" y="127121"/>
                  </a:lnTo>
                  <a:lnTo>
                    <a:pt x="349339" y="132863"/>
                  </a:lnTo>
                  <a:lnTo>
                    <a:pt x="355081" y="141379"/>
                  </a:lnTo>
                  <a:lnTo>
                    <a:pt x="357187" y="151804"/>
                  </a:lnTo>
                  <a:lnTo>
                    <a:pt x="357187" y="205382"/>
                  </a:lnTo>
                  <a:lnTo>
                    <a:pt x="355081" y="215808"/>
                  </a:lnTo>
                  <a:lnTo>
                    <a:pt x="349339" y="224323"/>
                  </a:lnTo>
                  <a:lnTo>
                    <a:pt x="340823" y="230065"/>
                  </a:lnTo>
                  <a:lnTo>
                    <a:pt x="330398" y="232171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</p:grpSp>
      <p:sp>
        <p:nvSpPr>
          <p:cNvPr id="150" name="object 55">
            <a:extLst>
              <a:ext uri="{FF2B5EF4-FFF2-40B4-BE49-F238E27FC236}">
                <a16:creationId xmlns:a16="http://schemas.microsoft.com/office/drawing/2014/main" id="{25B2F6D9-0207-9ADE-4AD1-A07F9EB03D32}"/>
              </a:ext>
            </a:extLst>
          </p:cNvPr>
          <p:cNvSpPr txBox="1"/>
          <p:nvPr/>
        </p:nvSpPr>
        <p:spPr>
          <a:xfrm>
            <a:off x="6900333" y="2039303"/>
            <a:ext cx="2581486" cy="378736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8467">
              <a:spcBef>
                <a:spcPts val="213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자동화된</a:t>
            </a:r>
            <a:r>
              <a:rPr sz="1200" b="1" spc="-12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분석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및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비용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산출</a:t>
            </a:r>
            <a:endParaRPr sz="1200" b="1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12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자동화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도구를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통한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정확하고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객관적인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데이터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기반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평가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제공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51" name="object 56">
            <a:extLst>
              <a:ext uri="{FF2B5EF4-FFF2-40B4-BE49-F238E27FC236}">
                <a16:creationId xmlns:a16="http://schemas.microsoft.com/office/drawing/2014/main" id="{9C60221C-3ABD-08E3-CFAD-8667D349308D}"/>
              </a:ext>
            </a:extLst>
          </p:cNvPr>
          <p:cNvGrpSpPr/>
          <p:nvPr/>
        </p:nvGrpSpPr>
        <p:grpSpPr>
          <a:xfrm>
            <a:off x="6400799" y="2591329"/>
            <a:ext cx="406400" cy="406400"/>
            <a:chOff x="9601199" y="3886199"/>
            <a:chExt cx="609600" cy="609600"/>
          </a:xfrm>
        </p:grpSpPr>
        <p:sp>
          <p:nvSpPr>
            <p:cNvPr id="152" name="object 57">
              <a:extLst>
                <a:ext uri="{FF2B5EF4-FFF2-40B4-BE49-F238E27FC236}">
                  <a16:creationId xmlns:a16="http://schemas.microsoft.com/office/drawing/2014/main" id="{A8679A52-AE59-B66A-2A18-241539054A06}"/>
                </a:ext>
              </a:extLst>
            </p:cNvPr>
            <p:cNvSpPr/>
            <p:nvPr/>
          </p:nvSpPr>
          <p:spPr>
            <a:xfrm>
              <a:off x="9601199" y="38861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1" y="580335"/>
                  </a:lnTo>
                  <a:lnTo>
                    <a:pt x="135461" y="558230"/>
                  </a:lnTo>
                  <a:lnTo>
                    <a:pt x="100108" y="530641"/>
                  </a:lnTo>
                  <a:lnTo>
                    <a:pt x="69185" y="498162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59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29" y="59982"/>
                  </a:lnTo>
                  <a:lnTo>
                    <a:pt x="161116" y="35989"/>
                  </a:lnTo>
                  <a:lnTo>
                    <a:pt x="202115" y="17816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6" y="367"/>
                  </a:lnTo>
                  <a:lnTo>
                    <a:pt x="364262" y="5856"/>
                  </a:lnTo>
                  <a:lnTo>
                    <a:pt x="407483" y="17816"/>
                  </a:lnTo>
                  <a:lnTo>
                    <a:pt x="448480" y="35989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7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3" y="364262"/>
                  </a:lnTo>
                  <a:lnTo>
                    <a:pt x="591782" y="407483"/>
                  </a:lnTo>
                  <a:lnTo>
                    <a:pt x="573607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79" y="573609"/>
                  </a:lnTo>
                  <a:lnTo>
                    <a:pt x="407483" y="591782"/>
                  </a:lnTo>
                  <a:lnTo>
                    <a:pt x="364262" y="603742"/>
                  </a:lnTo>
                  <a:lnTo>
                    <a:pt x="319756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53" name="object 58">
              <a:extLst>
                <a:ext uri="{FF2B5EF4-FFF2-40B4-BE49-F238E27FC236}">
                  <a16:creationId xmlns:a16="http://schemas.microsoft.com/office/drawing/2014/main" id="{8B812623-0280-3D20-A86B-3BEE5D21A14E}"/>
                </a:ext>
              </a:extLst>
            </p:cNvPr>
            <p:cNvSpPr/>
            <p:nvPr/>
          </p:nvSpPr>
          <p:spPr>
            <a:xfrm>
              <a:off x="9810154" y="4048124"/>
              <a:ext cx="196850" cy="285750"/>
            </a:xfrm>
            <a:custGeom>
              <a:avLst/>
              <a:gdLst/>
              <a:ahLst/>
              <a:cxnLst/>
              <a:rect l="l" t="t" r="r" b="b"/>
              <a:pathLst>
                <a:path w="196850" h="285750">
                  <a:moveTo>
                    <a:pt x="142896" y="214256"/>
                  </a:moveTo>
                  <a:lnTo>
                    <a:pt x="53578" y="214256"/>
                  </a:lnTo>
                  <a:lnTo>
                    <a:pt x="48604" y="201379"/>
                  </a:lnTo>
                  <a:lnTo>
                    <a:pt x="42004" y="189218"/>
                  </a:lnTo>
                  <a:lnTo>
                    <a:pt x="34326" y="177549"/>
                  </a:lnTo>
                  <a:lnTo>
                    <a:pt x="26119" y="166147"/>
                  </a:lnTo>
                  <a:lnTo>
                    <a:pt x="20315" y="158222"/>
                  </a:lnTo>
                  <a:lnTo>
                    <a:pt x="17524" y="154204"/>
                  </a:lnTo>
                  <a:lnTo>
                    <a:pt x="10124" y="141698"/>
                  </a:lnTo>
                  <a:lnTo>
                    <a:pt x="4618" y="128078"/>
                  </a:lnTo>
                  <a:lnTo>
                    <a:pt x="1184" y="113526"/>
                  </a:lnTo>
                  <a:lnTo>
                    <a:pt x="0" y="98226"/>
                  </a:lnTo>
                  <a:lnTo>
                    <a:pt x="7719" y="59992"/>
                  </a:lnTo>
                  <a:lnTo>
                    <a:pt x="28770" y="28770"/>
                  </a:lnTo>
                  <a:lnTo>
                    <a:pt x="59992" y="7719"/>
                  </a:lnTo>
                  <a:lnTo>
                    <a:pt x="98226" y="0"/>
                  </a:lnTo>
                  <a:lnTo>
                    <a:pt x="136455" y="7719"/>
                  </a:lnTo>
                  <a:lnTo>
                    <a:pt x="167672" y="28770"/>
                  </a:lnTo>
                  <a:lnTo>
                    <a:pt x="172360" y="35718"/>
                  </a:lnTo>
                  <a:lnTo>
                    <a:pt x="98226" y="35718"/>
                  </a:lnTo>
                  <a:lnTo>
                    <a:pt x="73885" y="40627"/>
                  </a:lnTo>
                  <a:lnTo>
                    <a:pt x="54017" y="54017"/>
                  </a:lnTo>
                  <a:lnTo>
                    <a:pt x="40627" y="73885"/>
                  </a:lnTo>
                  <a:lnTo>
                    <a:pt x="35718" y="98226"/>
                  </a:lnTo>
                  <a:lnTo>
                    <a:pt x="35718" y="103137"/>
                  </a:lnTo>
                  <a:lnTo>
                    <a:pt x="39737" y="107156"/>
                  </a:lnTo>
                  <a:lnTo>
                    <a:pt x="195765" y="107156"/>
                  </a:lnTo>
                  <a:lnTo>
                    <a:pt x="195272" y="113526"/>
                  </a:lnTo>
                  <a:lnTo>
                    <a:pt x="178961" y="154204"/>
                  </a:lnTo>
                  <a:lnTo>
                    <a:pt x="170374" y="166147"/>
                  </a:lnTo>
                  <a:lnTo>
                    <a:pt x="162192" y="177549"/>
                  </a:lnTo>
                  <a:lnTo>
                    <a:pt x="154513" y="189218"/>
                  </a:lnTo>
                  <a:lnTo>
                    <a:pt x="147897" y="201379"/>
                  </a:lnTo>
                  <a:lnTo>
                    <a:pt x="142896" y="214256"/>
                  </a:lnTo>
                  <a:close/>
                </a:path>
                <a:path w="196850" h="285750">
                  <a:moveTo>
                    <a:pt x="195765" y="107156"/>
                  </a:moveTo>
                  <a:lnTo>
                    <a:pt x="49559" y="107156"/>
                  </a:lnTo>
                  <a:lnTo>
                    <a:pt x="53578" y="103137"/>
                  </a:lnTo>
                  <a:lnTo>
                    <a:pt x="53578" y="98226"/>
                  </a:lnTo>
                  <a:lnTo>
                    <a:pt x="57085" y="80843"/>
                  </a:lnTo>
                  <a:lnTo>
                    <a:pt x="66651" y="66651"/>
                  </a:lnTo>
                  <a:lnTo>
                    <a:pt x="80843" y="57085"/>
                  </a:lnTo>
                  <a:lnTo>
                    <a:pt x="98226" y="53578"/>
                  </a:lnTo>
                  <a:lnTo>
                    <a:pt x="103137" y="53578"/>
                  </a:lnTo>
                  <a:lnTo>
                    <a:pt x="107156" y="49559"/>
                  </a:lnTo>
                  <a:lnTo>
                    <a:pt x="107156" y="39737"/>
                  </a:lnTo>
                  <a:lnTo>
                    <a:pt x="103137" y="35718"/>
                  </a:lnTo>
                  <a:lnTo>
                    <a:pt x="172360" y="35718"/>
                  </a:lnTo>
                  <a:lnTo>
                    <a:pt x="188717" y="59992"/>
                  </a:lnTo>
                  <a:lnTo>
                    <a:pt x="196441" y="98226"/>
                  </a:lnTo>
                  <a:lnTo>
                    <a:pt x="195765" y="107156"/>
                  </a:lnTo>
                  <a:close/>
                </a:path>
                <a:path w="196850" h="285750">
                  <a:moveTo>
                    <a:pt x="98226" y="285750"/>
                  </a:moveTo>
                  <a:lnTo>
                    <a:pt x="80843" y="282242"/>
                  </a:lnTo>
                  <a:lnTo>
                    <a:pt x="66651" y="272676"/>
                  </a:lnTo>
                  <a:lnTo>
                    <a:pt x="57085" y="258484"/>
                  </a:lnTo>
                  <a:lnTo>
                    <a:pt x="53578" y="241101"/>
                  </a:lnTo>
                  <a:lnTo>
                    <a:pt x="53578" y="232171"/>
                  </a:lnTo>
                  <a:lnTo>
                    <a:pt x="142875" y="232171"/>
                  </a:lnTo>
                  <a:lnTo>
                    <a:pt x="142875" y="241101"/>
                  </a:lnTo>
                  <a:lnTo>
                    <a:pt x="139367" y="258484"/>
                  </a:lnTo>
                  <a:lnTo>
                    <a:pt x="129801" y="272676"/>
                  </a:lnTo>
                  <a:lnTo>
                    <a:pt x="115609" y="282242"/>
                  </a:lnTo>
                  <a:lnTo>
                    <a:pt x="98226" y="28575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</p:grpSp>
      <p:sp>
        <p:nvSpPr>
          <p:cNvPr id="154" name="object 59">
            <a:extLst>
              <a:ext uri="{FF2B5EF4-FFF2-40B4-BE49-F238E27FC236}">
                <a16:creationId xmlns:a16="http://schemas.microsoft.com/office/drawing/2014/main" id="{07DB5B97-3662-9880-DF8D-3A742BB9481E}"/>
              </a:ext>
            </a:extLst>
          </p:cNvPr>
          <p:cNvSpPr txBox="1"/>
          <p:nvPr/>
        </p:nvSpPr>
        <p:spPr>
          <a:xfrm>
            <a:off x="6900333" y="2598102"/>
            <a:ext cx="2553123" cy="378736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8467">
              <a:spcBef>
                <a:spcPts val="213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클라우드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전환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컨설팅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전문성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12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다양한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산업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도메인의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클라우드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전환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프로젝트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경험과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노하우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grpSp>
        <p:nvGrpSpPr>
          <p:cNvPr id="155" name="object 60">
            <a:extLst>
              <a:ext uri="{FF2B5EF4-FFF2-40B4-BE49-F238E27FC236}">
                <a16:creationId xmlns:a16="http://schemas.microsoft.com/office/drawing/2014/main" id="{3B842ACF-625D-621C-CF6E-37D33D4A0DB6}"/>
              </a:ext>
            </a:extLst>
          </p:cNvPr>
          <p:cNvGrpSpPr/>
          <p:nvPr/>
        </p:nvGrpSpPr>
        <p:grpSpPr>
          <a:xfrm>
            <a:off x="6400799" y="3150129"/>
            <a:ext cx="406400" cy="406400"/>
            <a:chOff x="9601199" y="4724399"/>
            <a:chExt cx="609600" cy="609600"/>
          </a:xfrm>
        </p:grpSpPr>
        <p:sp>
          <p:nvSpPr>
            <p:cNvPr id="156" name="object 61">
              <a:extLst>
                <a:ext uri="{FF2B5EF4-FFF2-40B4-BE49-F238E27FC236}">
                  <a16:creationId xmlns:a16="http://schemas.microsoft.com/office/drawing/2014/main" id="{76C72710-8D2B-6EC5-15AF-870D82D7A5F2}"/>
                </a:ext>
              </a:extLst>
            </p:cNvPr>
            <p:cNvSpPr/>
            <p:nvPr/>
          </p:nvSpPr>
          <p:spPr>
            <a:xfrm>
              <a:off x="9601199" y="47243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4"/>
                  </a:lnTo>
                  <a:lnTo>
                    <a:pt x="174481" y="580335"/>
                  </a:lnTo>
                  <a:lnTo>
                    <a:pt x="135461" y="558230"/>
                  </a:lnTo>
                  <a:lnTo>
                    <a:pt x="100108" y="530641"/>
                  </a:lnTo>
                  <a:lnTo>
                    <a:pt x="69185" y="498163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29" y="59981"/>
                  </a:lnTo>
                  <a:lnTo>
                    <a:pt x="161116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6" y="367"/>
                  </a:lnTo>
                  <a:lnTo>
                    <a:pt x="364262" y="5856"/>
                  </a:lnTo>
                  <a:lnTo>
                    <a:pt x="407483" y="17817"/>
                  </a:lnTo>
                  <a:lnTo>
                    <a:pt x="448480" y="35990"/>
                  </a:lnTo>
                  <a:lnTo>
                    <a:pt x="486368" y="59982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7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3" y="364262"/>
                  </a:lnTo>
                  <a:lnTo>
                    <a:pt x="591782" y="407483"/>
                  </a:lnTo>
                  <a:lnTo>
                    <a:pt x="573607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79" y="573609"/>
                  </a:lnTo>
                  <a:lnTo>
                    <a:pt x="407483" y="591781"/>
                  </a:lnTo>
                  <a:lnTo>
                    <a:pt x="364262" y="603742"/>
                  </a:lnTo>
                  <a:lnTo>
                    <a:pt x="319756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  <p:sp>
          <p:nvSpPr>
            <p:cNvPr id="157" name="object 62">
              <a:extLst>
                <a:ext uri="{FF2B5EF4-FFF2-40B4-BE49-F238E27FC236}">
                  <a16:creationId xmlns:a16="http://schemas.microsoft.com/office/drawing/2014/main" id="{8A3A3BBF-9453-E8DD-EE7E-12C3B34B34B0}"/>
                </a:ext>
              </a:extLst>
            </p:cNvPr>
            <p:cNvSpPr/>
            <p:nvPr/>
          </p:nvSpPr>
          <p:spPr>
            <a:xfrm>
              <a:off x="9744074" y="4889980"/>
              <a:ext cx="321310" cy="282575"/>
            </a:xfrm>
            <a:custGeom>
              <a:avLst/>
              <a:gdLst/>
              <a:ahLst/>
              <a:cxnLst/>
              <a:rect l="l" t="t" r="r" b="b"/>
              <a:pathLst>
                <a:path w="321309" h="282575">
                  <a:moveTo>
                    <a:pt x="165310" y="135591"/>
                  </a:moveTo>
                  <a:lnTo>
                    <a:pt x="156157" y="135591"/>
                  </a:lnTo>
                  <a:lnTo>
                    <a:pt x="151637" y="133861"/>
                  </a:lnTo>
                  <a:lnTo>
                    <a:pt x="91473" y="72749"/>
                  </a:lnTo>
                  <a:lnTo>
                    <a:pt x="82243" y="58653"/>
                  </a:lnTo>
                  <a:lnTo>
                    <a:pt x="79167" y="42611"/>
                  </a:lnTo>
                  <a:lnTo>
                    <a:pt x="82243" y="26569"/>
                  </a:lnTo>
                  <a:lnTo>
                    <a:pt x="91473" y="12473"/>
                  </a:lnTo>
                  <a:lnTo>
                    <a:pt x="105366" y="3118"/>
                  </a:lnTo>
                  <a:lnTo>
                    <a:pt x="121164" y="0"/>
                  </a:lnTo>
                  <a:lnTo>
                    <a:pt x="136962" y="3118"/>
                  </a:lnTo>
                  <a:lnTo>
                    <a:pt x="150855" y="12473"/>
                  </a:lnTo>
                  <a:lnTo>
                    <a:pt x="160734" y="22519"/>
                  </a:lnTo>
                  <a:lnTo>
                    <a:pt x="236573" y="22519"/>
                  </a:lnTo>
                  <a:lnTo>
                    <a:pt x="239224" y="26569"/>
                  </a:lnTo>
                  <a:lnTo>
                    <a:pt x="242301" y="42611"/>
                  </a:lnTo>
                  <a:lnTo>
                    <a:pt x="239224" y="58653"/>
                  </a:lnTo>
                  <a:lnTo>
                    <a:pt x="229995" y="72749"/>
                  </a:lnTo>
                  <a:lnTo>
                    <a:pt x="169831" y="133861"/>
                  </a:lnTo>
                  <a:lnTo>
                    <a:pt x="165310" y="135591"/>
                  </a:lnTo>
                  <a:close/>
                </a:path>
                <a:path w="321309" h="282575">
                  <a:moveTo>
                    <a:pt x="236573" y="22519"/>
                  </a:moveTo>
                  <a:lnTo>
                    <a:pt x="160734" y="22519"/>
                  </a:lnTo>
                  <a:lnTo>
                    <a:pt x="170612" y="12473"/>
                  </a:lnTo>
                  <a:lnTo>
                    <a:pt x="184506" y="3118"/>
                  </a:lnTo>
                  <a:lnTo>
                    <a:pt x="200304" y="0"/>
                  </a:lnTo>
                  <a:lnTo>
                    <a:pt x="216101" y="3118"/>
                  </a:lnTo>
                  <a:lnTo>
                    <a:pt x="229995" y="12473"/>
                  </a:lnTo>
                  <a:lnTo>
                    <a:pt x="236573" y="22519"/>
                  </a:lnTo>
                  <a:close/>
                </a:path>
                <a:path w="321309" h="282575">
                  <a:moveTo>
                    <a:pt x="206331" y="210656"/>
                  </a:moveTo>
                  <a:lnTo>
                    <a:pt x="38397" y="210656"/>
                  </a:lnTo>
                  <a:lnTo>
                    <a:pt x="63456" y="190565"/>
                  </a:lnTo>
                  <a:lnTo>
                    <a:pt x="73493" y="183838"/>
                  </a:lnTo>
                  <a:lnTo>
                    <a:pt x="84441" y="178942"/>
                  </a:lnTo>
                  <a:lnTo>
                    <a:pt x="96058" y="175951"/>
                  </a:lnTo>
                  <a:lnTo>
                    <a:pt x="108105" y="174938"/>
                  </a:lnTo>
                  <a:lnTo>
                    <a:pt x="206331" y="174938"/>
                  </a:lnTo>
                  <a:lnTo>
                    <a:pt x="214312" y="182919"/>
                  </a:lnTo>
                  <a:lnTo>
                    <a:pt x="214312" y="202676"/>
                  </a:lnTo>
                  <a:lnTo>
                    <a:pt x="206331" y="210656"/>
                  </a:lnTo>
                  <a:close/>
                </a:path>
                <a:path w="321309" h="282575">
                  <a:moveTo>
                    <a:pt x="294347" y="228516"/>
                  </a:moveTo>
                  <a:lnTo>
                    <a:pt x="219112" y="228516"/>
                  </a:lnTo>
                  <a:lnTo>
                    <a:pt x="285917" y="179291"/>
                  </a:lnTo>
                  <a:lnTo>
                    <a:pt x="293955" y="175551"/>
                  </a:lnTo>
                  <a:lnTo>
                    <a:pt x="302500" y="175196"/>
                  </a:lnTo>
                  <a:lnTo>
                    <a:pt x="310553" y="178074"/>
                  </a:lnTo>
                  <a:lnTo>
                    <a:pt x="317115" y="184035"/>
                  </a:lnTo>
                  <a:lnTo>
                    <a:pt x="320855" y="192072"/>
                  </a:lnTo>
                  <a:lnTo>
                    <a:pt x="321210" y="200617"/>
                  </a:lnTo>
                  <a:lnTo>
                    <a:pt x="318332" y="208671"/>
                  </a:lnTo>
                  <a:lnTo>
                    <a:pt x="312371" y="215233"/>
                  </a:lnTo>
                  <a:lnTo>
                    <a:pt x="294347" y="228516"/>
                  </a:lnTo>
                  <a:close/>
                </a:path>
                <a:path w="321309" h="282575">
                  <a:moveTo>
                    <a:pt x="196676" y="282094"/>
                  </a:moveTo>
                  <a:lnTo>
                    <a:pt x="7980" y="282094"/>
                  </a:lnTo>
                  <a:lnTo>
                    <a:pt x="0" y="274113"/>
                  </a:lnTo>
                  <a:lnTo>
                    <a:pt x="0" y="218637"/>
                  </a:lnTo>
                  <a:lnTo>
                    <a:pt x="7980" y="210656"/>
                  </a:lnTo>
                  <a:lnTo>
                    <a:pt x="146893" y="210656"/>
                  </a:lnTo>
                  <a:lnTo>
                    <a:pt x="142875" y="214675"/>
                  </a:lnTo>
                  <a:lnTo>
                    <a:pt x="142875" y="224497"/>
                  </a:lnTo>
                  <a:lnTo>
                    <a:pt x="146893" y="228516"/>
                  </a:lnTo>
                  <a:lnTo>
                    <a:pt x="294347" y="228516"/>
                  </a:lnTo>
                  <a:lnTo>
                    <a:pt x="241715" y="267304"/>
                  </a:lnTo>
                  <a:lnTo>
                    <a:pt x="231452" y="273665"/>
                  </a:lnTo>
                  <a:lnTo>
                    <a:pt x="220388" y="278299"/>
                  </a:lnTo>
                  <a:lnTo>
                    <a:pt x="208728" y="281133"/>
                  </a:lnTo>
                  <a:lnTo>
                    <a:pt x="196676" y="28209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 sz="120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</a:endParaRPr>
            </a:p>
          </p:txBody>
        </p:sp>
      </p:grpSp>
      <p:sp>
        <p:nvSpPr>
          <p:cNvPr id="158" name="object 63">
            <a:extLst>
              <a:ext uri="{FF2B5EF4-FFF2-40B4-BE49-F238E27FC236}">
                <a16:creationId xmlns:a16="http://schemas.microsoft.com/office/drawing/2014/main" id="{316416BF-7F75-010E-F3E0-D09F98A9E4C0}"/>
              </a:ext>
            </a:extLst>
          </p:cNvPr>
          <p:cNvSpPr txBox="1"/>
          <p:nvPr/>
        </p:nvSpPr>
        <p:spPr>
          <a:xfrm>
            <a:off x="6900333" y="3156902"/>
            <a:ext cx="2768600" cy="378736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8467">
              <a:spcBef>
                <a:spcPts val="213"/>
              </a:spcBef>
            </a:pP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고객</a:t>
            </a:r>
            <a:r>
              <a:rPr sz="1200" b="1" spc="-120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맞춤형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지원</a:t>
            </a:r>
            <a:r>
              <a:rPr sz="1200" b="1" spc="-117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200" b="1" spc="-233" dirty="0">
                <a:solidFill>
                  <a:srgbClr val="1B1B1A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체계</a:t>
            </a:r>
            <a:endParaRPr sz="1200" dirty="0">
              <a:solidFill>
                <a:srgbClr val="1B1B1A"/>
              </a:solidFill>
              <a:latin typeface="SUIT SemiBold" pitchFamily="2" charset="-127"/>
              <a:ea typeface="SUIT SemiBold" pitchFamily="2" charset="-127"/>
              <a:cs typeface="Malgun Gothic"/>
            </a:endParaRPr>
          </a:p>
          <a:p>
            <a:pPr marL="8467">
              <a:spcBef>
                <a:spcPts val="123"/>
              </a:spcBef>
            </a:pP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고객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환경과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비즈니스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요구사항에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최적화된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평가</a:t>
            </a:r>
            <a:r>
              <a:rPr sz="1000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권장사항</a:t>
            </a:r>
            <a:r>
              <a:rPr sz="1000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제공</a:t>
            </a:r>
            <a:endParaRPr sz="1000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59" name="object 64">
            <a:extLst>
              <a:ext uri="{FF2B5EF4-FFF2-40B4-BE49-F238E27FC236}">
                <a16:creationId xmlns:a16="http://schemas.microsoft.com/office/drawing/2014/main" id="{740E7AC7-570E-CE7C-AA24-3A1376094BE5}"/>
              </a:ext>
            </a:extLst>
          </p:cNvPr>
          <p:cNvSpPr txBox="1"/>
          <p:nvPr/>
        </p:nvSpPr>
        <p:spPr>
          <a:xfrm>
            <a:off x="6366933" y="3899852"/>
            <a:ext cx="2812236" cy="254343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7">
              <a:spcBef>
                <a:spcPts val="63"/>
              </a:spcBef>
            </a:pP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컨설팅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팀의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차별화된</a:t>
            </a:r>
            <a:r>
              <a:rPr sz="1600" b="1" spc="-117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 </a:t>
            </a:r>
            <a:r>
              <a:rPr sz="1600" b="1" spc="-233" dirty="0">
                <a:solidFill>
                  <a:srgbClr val="0078D4"/>
                </a:solidFill>
                <a:latin typeface="SUIT SemiBold" pitchFamily="2" charset="-127"/>
                <a:ea typeface="SUIT SemiBold" pitchFamily="2" charset="-127"/>
                <a:cs typeface="Malgun Gothic"/>
              </a:rPr>
              <a:t>가치</a:t>
            </a:r>
            <a:endParaRPr sz="1600" dirty="0">
              <a:latin typeface="SUIT SemiBold" pitchFamily="2" charset="-127"/>
              <a:ea typeface="SUIT SemiBold" pitchFamily="2" charset="-127"/>
              <a:cs typeface="Malgun Gothic"/>
            </a:endParaRPr>
          </a:p>
        </p:txBody>
      </p:sp>
      <p:grpSp>
        <p:nvGrpSpPr>
          <p:cNvPr id="160" name="object 65">
            <a:extLst>
              <a:ext uri="{FF2B5EF4-FFF2-40B4-BE49-F238E27FC236}">
                <a16:creationId xmlns:a16="http://schemas.microsoft.com/office/drawing/2014/main" id="{88608C6D-666F-382C-8529-726730719684}"/>
              </a:ext>
            </a:extLst>
          </p:cNvPr>
          <p:cNvGrpSpPr/>
          <p:nvPr/>
        </p:nvGrpSpPr>
        <p:grpSpPr>
          <a:xfrm>
            <a:off x="6375399" y="4191529"/>
            <a:ext cx="2730500" cy="355600"/>
            <a:chOff x="9563099" y="6286499"/>
            <a:chExt cx="4095750" cy="533400"/>
          </a:xfrm>
        </p:grpSpPr>
        <p:pic>
          <p:nvPicPr>
            <p:cNvPr id="161" name="object 66">
              <a:extLst>
                <a:ext uri="{FF2B5EF4-FFF2-40B4-BE49-F238E27FC236}">
                  <a16:creationId xmlns:a16="http://schemas.microsoft.com/office/drawing/2014/main" id="{585B6A2C-6025-780B-8492-0599D1A0074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63099" y="6286499"/>
              <a:ext cx="152399" cy="152399"/>
            </a:xfrm>
            <a:prstGeom prst="rect">
              <a:avLst/>
            </a:prstGeom>
          </p:spPr>
        </p:pic>
        <p:pic>
          <p:nvPicPr>
            <p:cNvPr id="162" name="object 67">
              <a:extLst>
                <a:ext uri="{FF2B5EF4-FFF2-40B4-BE49-F238E27FC236}">
                  <a16:creationId xmlns:a16="http://schemas.microsoft.com/office/drawing/2014/main" id="{CDE0017C-FF21-A42F-AC77-0916E67FDD4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506449" y="6286499"/>
              <a:ext cx="152399" cy="152399"/>
            </a:xfrm>
            <a:prstGeom prst="rect">
              <a:avLst/>
            </a:prstGeom>
          </p:spPr>
        </p:pic>
        <p:pic>
          <p:nvPicPr>
            <p:cNvPr id="163" name="object 68">
              <a:extLst>
                <a:ext uri="{FF2B5EF4-FFF2-40B4-BE49-F238E27FC236}">
                  <a16:creationId xmlns:a16="http://schemas.microsoft.com/office/drawing/2014/main" id="{63E76CD8-7F0E-4EC9-5915-D842BCEC0CD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63099" y="6667499"/>
              <a:ext cx="152399" cy="152399"/>
            </a:xfrm>
            <a:prstGeom prst="rect">
              <a:avLst/>
            </a:prstGeom>
          </p:spPr>
        </p:pic>
        <p:pic>
          <p:nvPicPr>
            <p:cNvPr id="164" name="object 69">
              <a:extLst>
                <a:ext uri="{FF2B5EF4-FFF2-40B4-BE49-F238E27FC236}">
                  <a16:creationId xmlns:a16="http://schemas.microsoft.com/office/drawing/2014/main" id="{E75F7AEA-E35A-5243-70C7-48169EFA36E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506449" y="6667499"/>
              <a:ext cx="152399" cy="152399"/>
            </a:xfrm>
            <a:prstGeom prst="rect">
              <a:avLst/>
            </a:prstGeom>
          </p:spPr>
        </p:pic>
      </p:grpSp>
      <p:sp>
        <p:nvSpPr>
          <p:cNvPr id="165" name="object 70">
            <a:extLst>
              <a:ext uri="{FF2B5EF4-FFF2-40B4-BE49-F238E27FC236}">
                <a16:creationId xmlns:a16="http://schemas.microsoft.com/office/drawing/2014/main" id="{E923FB90-D882-778A-CFE9-E49C53CDC5A3}"/>
              </a:ext>
            </a:extLst>
          </p:cNvPr>
          <p:cNvSpPr txBox="1"/>
          <p:nvPr/>
        </p:nvSpPr>
        <p:spPr>
          <a:xfrm>
            <a:off x="6544733" y="4163504"/>
            <a:ext cx="2142067" cy="1782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050" spc="-40" dirty="0">
                <a:latin typeface="SUIT SemiBold" pitchFamily="2" charset="-127"/>
                <a:ea typeface="SUIT SemiBold" pitchFamily="2" charset="-127"/>
                <a:cs typeface="Noto Sans JP"/>
              </a:rPr>
              <a:t>Azure</a:t>
            </a:r>
            <a:r>
              <a:rPr sz="1050" spc="23" dirty="0">
                <a:latin typeface="SUIT SemiBold" pitchFamily="2" charset="-127"/>
                <a:ea typeface="SUIT SemiBold" pitchFamily="2" charset="-127"/>
                <a:cs typeface="Noto Sans JP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공식</a:t>
            </a:r>
            <a:r>
              <a:rPr sz="1100" spc="-76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파트너</a:t>
            </a:r>
            <a:r>
              <a:rPr sz="1100" spc="-76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90" dirty="0">
                <a:latin typeface="SUIT SemiBold" pitchFamily="2" charset="-127"/>
                <a:ea typeface="SUIT SemiBold" pitchFamily="2" charset="-127"/>
                <a:cs typeface="Dotum"/>
              </a:rPr>
              <a:t>인증</a:t>
            </a:r>
            <a:endParaRPr sz="1100" dirty="0">
              <a:latin typeface="SUIT SemiBold" pitchFamily="2" charset="-127"/>
              <a:ea typeface="SUIT SemiBold" pitchFamily="2" charset="-127"/>
              <a:cs typeface="Dotum"/>
            </a:endParaRPr>
          </a:p>
        </p:txBody>
      </p:sp>
      <p:sp>
        <p:nvSpPr>
          <p:cNvPr id="166" name="object 71">
            <a:extLst>
              <a:ext uri="{FF2B5EF4-FFF2-40B4-BE49-F238E27FC236}">
                <a16:creationId xmlns:a16="http://schemas.microsoft.com/office/drawing/2014/main" id="{5522E379-DCCE-45A4-F403-B11D20D1EFD2}"/>
              </a:ext>
            </a:extLst>
          </p:cNvPr>
          <p:cNvSpPr txBox="1"/>
          <p:nvPr/>
        </p:nvSpPr>
        <p:spPr>
          <a:xfrm>
            <a:off x="9173633" y="4163504"/>
            <a:ext cx="2106898" cy="1782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lang="ko-KR" altLang="en-US" sz="1050" spc="-27" dirty="0">
                <a:latin typeface="SUIT SemiBold" pitchFamily="2" charset="-127"/>
                <a:ea typeface="SUIT SemiBold" pitchFamily="2" charset="-127"/>
                <a:cs typeface="Noto Sans JP"/>
              </a:rPr>
              <a:t>다수의</a:t>
            </a:r>
            <a:r>
              <a:rPr sz="1050" spc="7" dirty="0">
                <a:latin typeface="SUIT SemiBold" pitchFamily="2" charset="-127"/>
                <a:ea typeface="SUIT SemiBold" pitchFamily="2" charset="-127"/>
                <a:cs typeface="Noto Sans JP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마이그레이션</a:t>
            </a:r>
            <a:r>
              <a:rPr sz="1100" spc="-76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성공</a:t>
            </a:r>
            <a:r>
              <a:rPr sz="1100" spc="-76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90" dirty="0">
                <a:latin typeface="SUIT SemiBold" pitchFamily="2" charset="-127"/>
                <a:ea typeface="SUIT SemiBold" pitchFamily="2" charset="-127"/>
                <a:cs typeface="Dotum"/>
              </a:rPr>
              <a:t>사례</a:t>
            </a:r>
            <a:endParaRPr sz="1100" dirty="0">
              <a:latin typeface="SUIT SemiBold" pitchFamily="2" charset="-127"/>
              <a:ea typeface="SUIT SemiBold" pitchFamily="2" charset="-127"/>
              <a:cs typeface="Dotum"/>
            </a:endParaRPr>
          </a:p>
        </p:txBody>
      </p:sp>
      <p:sp>
        <p:nvSpPr>
          <p:cNvPr id="167" name="object 72">
            <a:extLst>
              <a:ext uri="{FF2B5EF4-FFF2-40B4-BE49-F238E27FC236}">
                <a16:creationId xmlns:a16="http://schemas.microsoft.com/office/drawing/2014/main" id="{C9E729B8-D7C3-C618-FCE8-E7FC00F53C1D}"/>
              </a:ext>
            </a:extLst>
          </p:cNvPr>
          <p:cNvSpPr txBox="1"/>
          <p:nvPr/>
        </p:nvSpPr>
        <p:spPr>
          <a:xfrm>
            <a:off x="6544733" y="4417504"/>
            <a:ext cx="1931052" cy="1782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다양한</a:t>
            </a:r>
            <a:r>
              <a:rPr sz="1100" spc="-73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도메인</a:t>
            </a:r>
            <a:r>
              <a:rPr sz="1100" spc="-70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경험</a:t>
            </a:r>
            <a:r>
              <a:rPr sz="1100" spc="-70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90" dirty="0">
                <a:latin typeface="SUIT SemiBold" pitchFamily="2" charset="-127"/>
                <a:ea typeface="SUIT SemiBold" pitchFamily="2" charset="-127"/>
                <a:cs typeface="Dotum"/>
              </a:rPr>
              <a:t>보유</a:t>
            </a:r>
            <a:endParaRPr sz="1100" dirty="0">
              <a:latin typeface="SUIT SemiBold" pitchFamily="2" charset="-127"/>
              <a:ea typeface="SUIT SemiBold" pitchFamily="2" charset="-127"/>
              <a:cs typeface="Dotum"/>
            </a:endParaRPr>
          </a:p>
        </p:txBody>
      </p:sp>
      <p:sp>
        <p:nvSpPr>
          <p:cNvPr id="168" name="object 73">
            <a:extLst>
              <a:ext uri="{FF2B5EF4-FFF2-40B4-BE49-F238E27FC236}">
                <a16:creationId xmlns:a16="http://schemas.microsoft.com/office/drawing/2014/main" id="{00A3E6FC-7985-E1DC-2399-8D23F096731E}"/>
              </a:ext>
            </a:extLst>
          </p:cNvPr>
          <p:cNvSpPr txBox="1"/>
          <p:nvPr/>
        </p:nvSpPr>
        <p:spPr>
          <a:xfrm>
            <a:off x="9173634" y="4417504"/>
            <a:ext cx="1931051" cy="1782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>
              <a:spcBef>
                <a:spcPts val="70"/>
              </a:spcBef>
            </a:pP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레거시</a:t>
            </a:r>
            <a:r>
              <a:rPr sz="1100" spc="-73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시스템</a:t>
            </a:r>
            <a:r>
              <a:rPr sz="1100" spc="-70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73" dirty="0">
                <a:latin typeface="SUIT SemiBold" pitchFamily="2" charset="-127"/>
                <a:ea typeface="SUIT SemiBold" pitchFamily="2" charset="-127"/>
                <a:cs typeface="Dotum"/>
              </a:rPr>
              <a:t>지원</a:t>
            </a:r>
            <a:r>
              <a:rPr sz="1100" spc="-70" dirty="0"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100" spc="-190" dirty="0">
                <a:latin typeface="SUIT SemiBold" pitchFamily="2" charset="-127"/>
                <a:ea typeface="SUIT SemiBold" pitchFamily="2" charset="-127"/>
                <a:cs typeface="Dotum"/>
              </a:rPr>
              <a:t>전문성</a:t>
            </a:r>
            <a:endParaRPr sz="1100" dirty="0">
              <a:latin typeface="SUIT SemiBold" pitchFamily="2" charset="-127"/>
              <a:ea typeface="SUIT SemiBold" pitchFamily="2" charset="-127"/>
              <a:cs typeface="Dotum"/>
            </a:endParaRPr>
          </a:p>
        </p:txBody>
      </p:sp>
      <p:grpSp>
        <p:nvGrpSpPr>
          <p:cNvPr id="169" name="object 3">
            <a:extLst>
              <a:ext uri="{FF2B5EF4-FFF2-40B4-BE49-F238E27FC236}">
                <a16:creationId xmlns:a16="http://schemas.microsoft.com/office/drawing/2014/main" id="{CD7C4991-CC58-3AEF-30F9-EB41975BB9DF}"/>
              </a:ext>
            </a:extLst>
          </p:cNvPr>
          <p:cNvGrpSpPr/>
          <p:nvPr/>
        </p:nvGrpSpPr>
        <p:grpSpPr>
          <a:xfrm>
            <a:off x="507999" y="4775729"/>
            <a:ext cx="5461000" cy="1512928"/>
            <a:chOff x="761999" y="7162799"/>
            <a:chExt cx="8191500" cy="2514600"/>
          </a:xfrm>
        </p:grpSpPr>
        <p:sp>
          <p:nvSpPr>
            <p:cNvPr id="170" name="object 4">
              <a:extLst>
                <a:ext uri="{FF2B5EF4-FFF2-40B4-BE49-F238E27FC236}">
                  <a16:creationId xmlns:a16="http://schemas.microsoft.com/office/drawing/2014/main" id="{87BD1AEC-CCE6-41DB-D57E-BE446A7557A8}"/>
                </a:ext>
              </a:extLst>
            </p:cNvPr>
            <p:cNvSpPr/>
            <p:nvPr/>
          </p:nvSpPr>
          <p:spPr>
            <a:xfrm>
              <a:off x="761999" y="7162799"/>
              <a:ext cx="8191500" cy="2514600"/>
            </a:xfrm>
            <a:custGeom>
              <a:avLst/>
              <a:gdLst/>
              <a:ahLst/>
              <a:cxnLst/>
              <a:rect l="l" t="t" r="r" b="b"/>
              <a:pathLst>
                <a:path w="8191500" h="2514600">
                  <a:moveTo>
                    <a:pt x="8120302" y="2514599"/>
                  </a:moveTo>
                  <a:lnTo>
                    <a:pt x="71196" y="2514599"/>
                  </a:lnTo>
                  <a:lnTo>
                    <a:pt x="66241" y="2514110"/>
                  </a:lnTo>
                  <a:lnTo>
                    <a:pt x="29705" y="2498976"/>
                  </a:lnTo>
                  <a:lnTo>
                    <a:pt x="3885" y="2462936"/>
                  </a:lnTo>
                  <a:lnTo>
                    <a:pt x="0" y="2443402"/>
                  </a:lnTo>
                  <a:lnTo>
                    <a:pt x="0" y="24383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8120302" y="0"/>
                  </a:lnTo>
                  <a:lnTo>
                    <a:pt x="8161793" y="15621"/>
                  </a:lnTo>
                  <a:lnTo>
                    <a:pt x="8187613" y="51660"/>
                  </a:lnTo>
                  <a:lnTo>
                    <a:pt x="8191498" y="71196"/>
                  </a:lnTo>
                  <a:lnTo>
                    <a:pt x="8191498" y="2443402"/>
                  </a:lnTo>
                  <a:lnTo>
                    <a:pt x="8175876" y="2484892"/>
                  </a:lnTo>
                  <a:lnTo>
                    <a:pt x="8139836" y="2510712"/>
                  </a:lnTo>
                  <a:lnTo>
                    <a:pt x="8125257" y="2514110"/>
                  </a:lnTo>
                  <a:lnTo>
                    <a:pt x="8120302" y="25145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 sz="1200">
                <a:latin typeface="SUIT SemiBold" pitchFamily="2" charset="-127"/>
                <a:ea typeface="SUIT SemiBold" pitchFamily="2" charset="-127"/>
              </a:endParaRPr>
            </a:p>
          </p:txBody>
        </p:sp>
        <p:pic>
          <p:nvPicPr>
            <p:cNvPr id="171" name="object 5">
              <a:extLst>
                <a:ext uri="{FF2B5EF4-FFF2-40B4-BE49-F238E27FC236}">
                  <a16:creationId xmlns:a16="http://schemas.microsoft.com/office/drawing/2014/main" id="{E0E625D6-2B4C-00DD-93AE-BAC53A56CD22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0599" y="7486649"/>
              <a:ext cx="95250" cy="95249"/>
            </a:xfrm>
            <a:prstGeom prst="rect">
              <a:avLst/>
            </a:prstGeom>
          </p:spPr>
        </p:pic>
        <p:pic>
          <p:nvPicPr>
            <p:cNvPr id="172" name="object 6">
              <a:extLst>
                <a:ext uri="{FF2B5EF4-FFF2-40B4-BE49-F238E27FC236}">
                  <a16:creationId xmlns:a16="http://schemas.microsoft.com/office/drawing/2014/main" id="{478CFACE-9CC7-2F37-C89B-62F8C1B0C74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0599" y="8172449"/>
              <a:ext cx="95250" cy="95249"/>
            </a:xfrm>
            <a:prstGeom prst="rect">
              <a:avLst/>
            </a:prstGeom>
          </p:spPr>
        </p:pic>
      </p:grpSp>
      <p:sp>
        <p:nvSpPr>
          <p:cNvPr id="173" name="object 74">
            <a:extLst>
              <a:ext uri="{FF2B5EF4-FFF2-40B4-BE49-F238E27FC236}">
                <a16:creationId xmlns:a16="http://schemas.microsoft.com/office/drawing/2014/main" id="{851A9184-DC32-A996-1B13-C07494404730}"/>
              </a:ext>
            </a:extLst>
          </p:cNvPr>
          <p:cNvSpPr txBox="1"/>
          <p:nvPr/>
        </p:nvSpPr>
        <p:spPr>
          <a:xfrm>
            <a:off x="842433" y="4873063"/>
            <a:ext cx="4749475" cy="137723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8467">
              <a:spcBef>
                <a:spcPts val="400"/>
              </a:spcBef>
            </a:pPr>
            <a:r>
              <a:rPr lang="ko-KR" altLang="en-US" sz="1200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레거시</a:t>
            </a:r>
            <a:r>
              <a:rPr lang="ko-KR" altLang="en-US" sz="1200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lang="ko-KR" altLang="en-US" sz="1200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시스템</a:t>
            </a:r>
            <a:r>
              <a:rPr lang="ko-KR" altLang="en-US" sz="1200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lang="ko-KR" altLang="en-US" sz="1200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지원</a:t>
            </a:r>
            <a:r>
              <a:rPr lang="ko-KR" altLang="en-US" sz="1200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lang="ko-KR" altLang="en-US" sz="1200" spc="-233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제한</a:t>
            </a:r>
            <a:endParaRPr lang="ko-KR" altLang="en-US" sz="1200" dirty="0">
              <a:latin typeface="SUIT SemiBold" pitchFamily="2" charset="-127"/>
              <a:ea typeface="SUIT SemiBold" pitchFamily="2" charset="-127"/>
              <a:cs typeface="Dotum"/>
            </a:endParaRPr>
          </a:p>
          <a:p>
            <a:pPr marL="8467">
              <a:spcBef>
                <a:spcPts val="289"/>
              </a:spcBef>
            </a:pPr>
            <a:r>
              <a:rPr sz="1000" b="1" spc="-8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CentOS</a:t>
            </a:r>
            <a:r>
              <a:rPr sz="1000" b="1" spc="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6/7</a:t>
            </a:r>
            <a:r>
              <a:rPr sz="1000" b="1" spc="3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및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구버전</a:t>
            </a:r>
            <a:r>
              <a:rPr sz="10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0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MySQL/PHP</a:t>
            </a:r>
            <a:r>
              <a:rPr sz="1000" b="1" spc="-10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는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0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1000" b="1" spc="-10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에서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제한된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3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지원</a:t>
            </a:r>
            <a:r>
              <a:rPr sz="1000" b="1" spc="-13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.</a:t>
            </a:r>
            <a:r>
              <a:rPr sz="1000" b="1" spc="2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업그레이드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필요성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검토</a:t>
            </a:r>
            <a:r>
              <a:rPr sz="1000" b="1" spc="-6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중요</a:t>
            </a:r>
            <a:endParaRPr sz="1000" b="1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830"/>
              </a:spcBef>
            </a:pPr>
            <a:r>
              <a:rPr sz="1200" b="1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단기</a:t>
            </a:r>
            <a:r>
              <a:rPr sz="1200" b="1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200" b="1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네트워크</a:t>
            </a:r>
            <a:r>
              <a:rPr sz="1200" b="1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200" b="1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성능</a:t>
            </a:r>
            <a:r>
              <a:rPr sz="1200" b="1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200" b="1" spc="-233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이슈</a:t>
            </a:r>
            <a:endParaRPr sz="1200" b="1" dirty="0">
              <a:latin typeface="SUIT SemiBold" pitchFamily="2" charset="-127"/>
              <a:ea typeface="SUIT SemiBold" pitchFamily="2" charset="-127"/>
              <a:cs typeface="Dotum"/>
            </a:endParaRPr>
          </a:p>
          <a:p>
            <a:pPr marL="8467">
              <a:spcBef>
                <a:spcPts val="289"/>
              </a:spcBef>
            </a:pPr>
            <a:r>
              <a:rPr sz="900" b="1" spc="-15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온프레미스</a:t>
            </a:r>
            <a:r>
              <a:rPr sz="933" b="1" spc="-15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-</a:t>
            </a:r>
            <a:r>
              <a:rPr sz="933" b="1" spc="-8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Azure</a:t>
            </a:r>
            <a:r>
              <a:rPr sz="933" b="1" spc="2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간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초기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데이터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검색</a:t>
            </a:r>
            <a:r>
              <a:rPr sz="933" b="1" spc="-1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/</a:t>
            </a:r>
            <a:r>
              <a:rPr sz="900" b="1" spc="-15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전송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시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lang="en-US"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 err="1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일시적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네트워크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부하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발생</a:t>
            </a:r>
            <a:r>
              <a:rPr sz="900" b="1" spc="-6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900" b="1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가능</a:t>
            </a:r>
            <a:endParaRPr sz="900" b="1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  <a:p>
            <a:pPr marL="8467">
              <a:spcBef>
                <a:spcPts val="830"/>
              </a:spcBef>
            </a:pPr>
            <a:r>
              <a:rPr sz="1200" b="1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검색</a:t>
            </a:r>
            <a:r>
              <a:rPr sz="1200" b="1" spc="-100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200" b="1" spc="-21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범위</a:t>
            </a:r>
            <a:r>
              <a:rPr sz="1200" b="1" spc="-97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 </a:t>
            </a:r>
            <a:r>
              <a:rPr sz="1200" b="1" spc="-233" dirty="0">
                <a:solidFill>
                  <a:srgbClr val="B91B1B"/>
                </a:solidFill>
                <a:latin typeface="SUIT SemiBold" pitchFamily="2" charset="-127"/>
                <a:ea typeface="SUIT SemiBold" pitchFamily="2" charset="-127"/>
                <a:cs typeface="Dotum"/>
              </a:rPr>
              <a:t>누락</a:t>
            </a:r>
            <a:endParaRPr sz="1200" b="1" dirty="0">
              <a:latin typeface="SUIT SemiBold" pitchFamily="2" charset="-127"/>
              <a:ea typeface="SUIT SemiBold" pitchFamily="2" charset="-127"/>
              <a:cs typeface="Dotum"/>
            </a:endParaRPr>
          </a:p>
          <a:p>
            <a:pPr marL="8467">
              <a:spcBef>
                <a:spcPts val="289"/>
              </a:spcBef>
            </a:pP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방화벽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3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설정</a:t>
            </a:r>
            <a:r>
              <a:rPr sz="1000" b="1" spc="-13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,</a:t>
            </a:r>
            <a:r>
              <a:rPr sz="1000" b="1" spc="2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Noto Sans JP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네트워크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분리</a:t>
            </a:r>
            <a:r>
              <a:rPr sz="1000" b="1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등으로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일부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자산</a:t>
            </a:r>
            <a:r>
              <a:rPr sz="1000" b="1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검색이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누락될</a:t>
            </a:r>
            <a:r>
              <a:rPr sz="1000" b="1" spc="-7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73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가능성</a:t>
            </a:r>
            <a:r>
              <a:rPr sz="1000" b="1" spc="-67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 </a:t>
            </a:r>
            <a:r>
              <a:rPr sz="1000" b="1" spc="-190" dirty="0">
                <a:solidFill>
                  <a:srgbClr val="1B1B1A"/>
                </a:solidFill>
                <a:latin typeface="SUIT" pitchFamily="2" charset="-127"/>
                <a:ea typeface="SUIT" pitchFamily="2" charset="-127"/>
                <a:cs typeface="Dotum"/>
              </a:rPr>
              <a:t>존재</a:t>
            </a:r>
            <a:endParaRPr sz="1000" b="1" dirty="0">
              <a:solidFill>
                <a:srgbClr val="1B1B1A"/>
              </a:solidFill>
              <a:latin typeface="SUIT" pitchFamily="2" charset="-127"/>
              <a:ea typeface="SUIT" pitchFamily="2" charset="-127"/>
              <a:cs typeface="Dotum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4EFB689-0C9B-DDAD-973D-ACB7B64453CA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b="1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</a:rPr>
              <a:t>09</a:t>
            </a:r>
            <a:r>
              <a:rPr lang="en-US" altLang="ko-KR" sz="28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. </a:t>
            </a:r>
            <a:r>
              <a:rPr lang="ko-KR" altLang="en-US" sz="28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기대효과 </a:t>
            </a:r>
            <a:r>
              <a:rPr lang="en-US" altLang="ko-KR" sz="28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/ </a:t>
            </a:r>
            <a:r>
              <a:rPr lang="ko-KR" altLang="en-US" sz="2800" b="1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리스크 및 차별성</a:t>
            </a:r>
          </a:p>
        </p:txBody>
      </p:sp>
    </p:spTree>
    <p:extLst>
      <p:ext uri="{BB962C8B-B14F-4D97-AF65-F5344CB8AC3E}">
        <p14:creationId xmlns:p14="http://schemas.microsoft.com/office/powerpoint/2010/main" val="3333169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D681-E530-EC27-C836-B0276B41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CCBF393E-5588-2A7E-ED68-21E130132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9937"/>
            <a:ext cx="12201278" cy="5890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E52C7-8B61-EA19-5005-7DA5A3E4A338}"/>
              </a:ext>
            </a:extLst>
          </p:cNvPr>
          <p:cNvSpPr txBox="1"/>
          <p:nvPr/>
        </p:nvSpPr>
        <p:spPr>
          <a:xfrm>
            <a:off x="435457" y="618599"/>
            <a:ext cx="374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CONB</a:t>
            </a:r>
            <a:endParaRPr lang="ko-KR" altLang="en-US" sz="4000">
              <a:solidFill>
                <a:schemeClr val="bg1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07007-5EAC-0F30-079C-59471A9342AD}"/>
              </a:ext>
            </a:extLst>
          </p:cNvPr>
          <p:cNvSpPr txBox="1"/>
          <p:nvPr/>
        </p:nvSpPr>
        <p:spPr>
          <a:xfrm>
            <a:off x="435457" y="1227939"/>
            <a:ext cx="10554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부록 </a:t>
            </a:r>
            <a:r>
              <a:rPr lang="en-US" altLang="ko-KR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– Azure </a:t>
            </a:r>
            <a:r>
              <a:rPr lang="ko-KR" altLang="en-US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화면 예시</a:t>
            </a:r>
            <a:r>
              <a:rPr lang="en-US" altLang="ko-KR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, </a:t>
            </a:r>
            <a:r>
              <a:rPr lang="ko-KR" altLang="en-US" sz="4000" dirty="0" err="1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수동마이그레이션</a:t>
            </a:r>
            <a:r>
              <a:rPr lang="ko-KR" altLang="en-US" sz="40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57D14-AA78-539B-32DB-AA13F768380B}"/>
              </a:ext>
            </a:extLst>
          </p:cNvPr>
          <p:cNvSpPr txBox="1"/>
          <p:nvPr/>
        </p:nvSpPr>
        <p:spPr>
          <a:xfrm>
            <a:off x="435457" y="2243772"/>
            <a:ext cx="819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이케이그룹</a:t>
            </a:r>
            <a:endParaRPr lang="ko-KR" altLang="en-US" sz="28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DF2DBBAC-082D-561D-3182-E40227606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163763"/>
            <a:ext cx="5749038" cy="270319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94EF04A-6C3E-A248-08CC-781EB6B0F9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06975" y="6195723"/>
            <a:ext cx="1438182" cy="2720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2057CC-EB9B-FAB5-1EBB-BC0EA26A28A5}"/>
              </a:ext>
            </a:extLst>
          </p:cNvPr>
          <p:cNvSpPr txBox="1"/>
          <p:nvPr/>
        </p:nvSpPr>
        <p:spPr>
          <a:xfrm>
            <a:off x="1820597" y="6204293"/>
            <a:ext cx="3195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02-562-0694   </a:t>
            </a:r>
            <a:r>
              <a:rPr lang="en-US" altLang="ko-KR" sz="1600">
                <a:solidFill>
                  <a:srgbClr val="C6C6C6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l</a:t>
            </a:r>
            <a:r>
              <a:rPr lang="en-US" altLang="ko-KR" sz="160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   www.conb.co.kr</a:t>
            </a:r>
            <a:endParaRPr lang="ko-KR" altLang="en-US" sz="1600">
              <a:solidFill>
                <a:srgbClr val="1C1C1B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pic>
        <p:nvPicPr>
          <p:cNvPr id="15" name="그래픽 17">
            <a:extLst>
              <a:ext uri="{FF2B5EF4-FFF2-40B4-BE49-F238E27FC236}">
                <a16:creationId xmlns:a16="http://schemas.microsoft.com/office/drawing/2014/main" id="{C4E1A695-5DB9-64E8-E4D4-701A288283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757" y="6226525"/>
            <a:ext cx="1140389" cy="2752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DCFBE6-B623-924D-C354-A12E2A3A1C26}"/>
              </a:ext>
            </a:extLst>
          </p:cNvPr>
          <p:cNvSpPr txBox="1"/>
          <p:nvPr/>
        </p:nvSpPr>
        <p:spPr>
          <a:xfrm>
            <a:off x="598236" y="6204504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CONTACT</a:t>
            </a:r>
            <a:endParaRPr lang="ko-KR" altLang="en-US" sz="1600">
              <a:solidFill>
                <a:schemeClr val="bg1"/>
              </a:solidFill>
              <a:latin typeface="Proxima Nova Bold" panose="02000506030000020004" pitchFamily="2" charset="0"/>
              <a:ea typeface="SUIT" panose="02000703000000020004" pitchFamily="50" charset="-127"/>
              <a:cs typeface="SUIT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7781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5E11-69EA-8A09-747A-0F9F04C7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F14B41-394B-CD6D-B648-D318BF68CB87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7CA65B-29B5-FAA7-4B6C-741A0B81D60C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F21FFFF6-BCC7-CFE1-09F1-547D989AC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F88DCB-33BA-6F94-F76D-EAF9F09CBD0C}"/>
              </a:ext>
            </a:extLst>
          </p:cNvPr>
          <p:cNvSpPr txBox="1"/>
          <p:nvPr/>
        </p:nvSpPr>
        <p:spPr>
          <a:xfrm>
            <a:off x="122815" y="174903"/>
            <a:ext cx="812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01.</a:t>
            </a:r>
            <a:r>
              <a:rPr lang="en-US" altLang="ko-KR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Azure </a:t>
            </a:r>
            <a:r>
              <a:rPr lang="ko-KR" altLang="en-US" sz="2800" dirty="0" err="1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어플라이언스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3BB839-8E9C-A6F4-530B-C7BB3BF82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04" y="788893"/>
            <a:ext cx="10449464" cy="574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7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DA85-3E42-7C21-BB09-74B1295B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82B8CFB-AB44-BD8C-CF93-158AA8B8BB09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BE04AA-2801-707E-331E-0D3FFEE3B74B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5249E2B9-6EC7-5846-77DA-FEE80DE89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53D136-0698-C8C7-A164-9BDA146EEAA3}"/>
              </a:ext>
            </a:extLst>
          </p:cNvPr>
          <p:cNvSpPr txBox="1"/>
          <p:nvPr/>
        </p:nvSpPr>
        <p:spPr>
          <a:xfrm>
            <a:off x="122815" y="174903"/>
            <a:ext cx="9882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02. 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</a:t>
            </a:r>
            <a:r>
              <a:rPr lang="ko-KR" altLang="en-US" sz="2800" dirty="0" err="1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어플라이언스에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서버 정보 등록</a:t>
            </a:r>
            <a:endParaRPr lang="ko-KR" altLang="en-US" sz="2800" dirty="0">
              <a:solidFill>
                <a:srgbClr val="D21430"/>
              </a:solidFill>
              <a:latin typeface="SUIT ExtraBold" pitchFamily="2" charset="-127"/>
              <a:ea typeface="SUIT ExtraBold" pitchFamily="2" charset="-127"/>
              <a:cs typeface="SUIT" panose="020009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BCE00B-7A7F-3FC9-1BA5-8A268B949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019" y="973671"/>
            <a:ext cx="8402128" cy="432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40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8BE6-2C6B-F379-2E24-60E3E2A4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B1056A-0339-4CBF-1FD4-B2EAD54C3330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F0DA45-195A-DCEC-DE1B-87E623FBC56C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76B0EEE5-2F5C-A9ED-84D9-F170E4CAA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BA2FDB-5999-AD3F-1155-4E5F6C190978}"/>
              </a:ext>
            </a:extLst>
          </p:cNvPr>
          <p:cNvSpPr txBox="1"/>
          <p:nvPr/>
        </p:nvSpPr>
        <p:spPr>
          <a:xfrm>
            <a:off x="122815" y="174903"/>
            <a:ext cx="812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03. 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Azure Migrate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 검색된 서버</a:t>
            </a:r>
            <a:endParaRPr lang="ko-KR" altLang="en-US" sz="2800" dirty="0">
              <a:solidFill>
                <a:srgbClr val="D21430"/>
              </a:solidFill>
              <a:latin typeface="SUIT ExtraBold" pitchFamily="2" charset="-127"/>
              <a:ea typeface="SUIT ExtraBold" pitchFamily="2" charset="-127"/>
              <a:cs typeface="SUIT" panose="020009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4BA200-8926-D900-16FD-35BA0F17A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17" y="2062958"/>
            <a:ext cx="11606693" cy="29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65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61C4-4B82-0E9B-03A2-321C2ABB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C61EB4-37BE-B27C-84CF-0DA4768C371B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FEBC47-43AE-ABEE-468D-31835CEB942A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BEC64A99-31FA-A13C-E03D-1CE6FB712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9C66F4-FA44-A180-9BB6-661000D168CD}"/>
              </a:ext>
            </a:extLst>
          </p:cNvPr>
          <p:cNvSpPr txBox="1"/>
          <p:nvPr/>
        </p:nvSpPr>
        <p:spPr>
          <a:xfrm>
            <a:off x="122815" y="174903"/>
            <a:ext cx="812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04. 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구성 화면 예시 </a:t>
            </a:r>
            <a:r>
              <a:rPr lang="en-US" altLang="ko-KR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- </a:t>
            </a:r>
            <a:r>
              <a:rPr lang="ko-KR" altLang="en-US" sz="2800" dirty="0">
                <a:solidFill>
                  <a:srgbClr val="1B1B1A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평가 보기</a:t>
            </a:r>
            <a:endParaRPr lang="ko-KR" altLang="en-US" sz="2800" dirty="0">
              <a:solidFill>
                <a:srgbClr val="D21430"/>
              </a:solidFill>
              <a:latin typeface="SUIT ExtraBold" pitchFamily="2" charset="-127"/>
              <a:ea typeface="SUIT ExtraBold" pitchFamily="2" charset="-127"/>
              <a:cs typeface="SUIT" panose="020009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56D10A-16DE-E126-C1A9-CC0E3B2A0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21" y="1219169"/>
            <a:ext cx="10544355" cy="50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08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A976-3DEF-4B5E-1FB9-3793C2E9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47C544-4864-6D43-E418-7AF9DBAE8D79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D53D4AD-3A43-E656-744B-BA3498CD1830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E08E561A-0321-F4A2-B5C0-551E0920A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DC6327-642E-51FC-450A-90C1B83EA773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8B606DC-2297-89C4-37E8-E32DEE2CB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06841"/>
              </p:ext>
            </p:extLst>
          </p:nvPr>
        </p:nvGraphicFramePr>
        <p:xfrm>
          <a:off x="854015" y="1061049"/>
          <a:ext cx="10325819" cy="4959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791376">
                  <a:extLst>
                    <a:ext uri="{9D8B030D-6E8A-4147-A177-3AD203B41FA5}">
                      <a16:colId xmlns:a16="http://schemas.microsoft.com/office/drawing/2014/main" val="999582932"/>
                    </a:ext>
                  </a:extLst>
                </a:gridCol>
                <a:gridCol w="6534443">
                  <a:extLst>
                    <a:ext uri="{9D8B030D-6E8A-4147-A177-3AD203B41FA5}">
                      <a16:colId xmlns:a16="http://schemas.microsoft.com/office/drawing/2014/main" val="1579218020"/>
                    </a:ext>
                  </a:extLst>
                </a:gridCol>
              </a:tblGrid>
              <a:tr h="495984"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세부 사항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098990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적용 서비스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가상 머신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(VM), SQL Database, Cosmos DB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등 주요 서비스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일부 서비스는 미적용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80311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약정 기간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1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년 또는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3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년 약정 옵션 제공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38866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>
                          <a:effectLst/>
                          <a:latin typeface="SUIT" pitchFamily="2" charset="-127"/>
                          <a:ea typeface="SUIT" pitchFamily="2" charset="-127"/>
                        </a:rPr>
                        <a:t>할인율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- VM: 1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년 약정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30~40%, 3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년 약정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50~60%</a:t>
                      </a:r>
                      <a:b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</a:b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- SQL Database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등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: 20~30%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670172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라이선스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Windows/SQL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라이선스는 할인 미적용</a:t>
                      </a:r>
                      <a:b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</a:b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Azure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하이브리드 혜택 사용 시 면제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적합 라이선스 필요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81265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>
                          <a:effectLst/>
                          <a:latin typeface="SUIT" pitchFamily="2" charset="-127"/>
                          <a:ea typeface="SUIT" pitchFamily="2" charset="-127"/>
                        </a:rPr>
                        <a:t>결제 방식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선불 결제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월별 결제 옵션 가능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),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예산 예측에 용이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175896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>
                          <a:effectLst/>
                          <a:latin typeface="SUIT" pitchFamily="2" charset="-127"/>
                          <a:ea typeface="SUIT" pitchFamily="2" charset="-127"/>
                        </a:rPr>
                        <a:t>위약금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현재 조기 종료 수수료 없음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향후 취소 시 최대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12%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수수료 가능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  <a:b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</a:b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12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개월 내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50,000USD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초과 취소 불가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86687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>
                          <a:effectLst/>
                          <a:latin typeface="SUIT" pitchFamily="2" charset="-127"/>
                          <a:ea typeface="SUIT" pitchFamily="2" charset="-127"/>
                        </a:rPr>
                        <a:t>사용 방식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"use-it-or-lose-it"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방식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미사용 시간 이월 불가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미사용 시에도 요금 발생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208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>
                          <a:effectLst/>
                          <a:latin typeface="SUIT" pitchFamily="2" charset="-127"/>
                          <a:ea typeface="SUIT" pitchFamily="2" charset="-127"/>
                        </a:rPr>
                        <a:t>환불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일부 서비스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(RI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유형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는 환불 불가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(Azure Databricks, Synapse Analytics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등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)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3273"/>
                  </a:ext>
                </a:extLst>
              </a:tr>
              <a:tr h="49598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b="1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추가 절감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Azure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하이브리드 혜택과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RI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결합 시 최대 </a:t>
                      </a:r>
                      <a:r>
                        <a:rPr lang="en-US" altLang="ko-KR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80% </a:t>
                      </a:r>
                      <a:r>
                        <a:rPr lang="ko-KR" altLang="en-US" sz="1200" dirty="0">
                          <a:effectLst/>
                          <a:latin typeface="SUIT" pitchFamily="2" charset="-127"/>
                          <a:ea typeface="SUIT" pitchFamily="2" charset="-127"/>
                        </a:rPr>
                        <a:t>절감 가능</a:t>
                      </a:r>
                    </a:p>
                  </a:txBody>
                  <a:tcPr marL="76200" marR="762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1231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C3E5056-2A47-8C65-F7E4-772887C5F7A7}"/>
              </a:ext>
            </a:extLst>
          </p:cNvPr>
          <p:cNvSpPr txBox="1"/>
          <p:nvPr/>
        </p:nvSpPr>
        <p:spPr>
          <a:xfrm>
            <a:off x="122815" y="174903"/>
            <a:ext cx="812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05.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Azure </a:t>
            </a:r>
            <a:r>
              <a:rPr lang="ko-KR" altLang="en-US" sz="2800" dirty="0" err="1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예약인스턴스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50" charset="-127"/>
                <a:ea typeface="SUIT ExtraBold" pitchFamily="50" charset="-127"/>
                <a:cs typeface="SUIT" panose="02000A03000000020004" pitchFamily="50" charset="-127"/>
              </a:rPr>
              <a:t>(RI)</a:t>
            </a:r>
            <a:endParaRPr lang="ko-KR" altLang="en-US" sz="2800" dirty="0">
              <a:solidFill>
                <a:srgbClr val="1C1C1B"/>
              </a:solidFill>
              <a:latin typeface="SUIT ExtraBold" pitchFamily="50" charset="-127"/>
              <a:ea typeface="SUIT ExtraBold" pitchFamily="50" charset="-127"/>
              <a:cs typeface="SUIT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595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FA9E-23C2-2D24-35CA-171865ED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71DADA-C447-7E75-D5F2-BA58BDA57926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B1B029-19BD-F3A2-1830-7A7498CA36FC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EDB3FCFD-BAE8-8749-A9A0-74272B85318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FAC1D-9F2E-7063-9075-EC349D0E4CDE}"/>
              </a:ext>
            </a:extLst>
          </p:cNvPr>
          <p:cNvSpPr txBox="1"/>
          <p:nvPr/>
        </p:nvSpPr>
        <p:spPr>
          <a:xfrm>
            <a:off x="122815" y="174903"/>
            <a:ext cx="7845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06.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전체 마이그레이션 절차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예시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)</a:t>
            </a:r>
            <a:endParaRPr lang="ko-KR" altLang="en-US" sz="2800" dirty="0">
              <a:solidFill>
                <a:srgbClr val="D21430"/>
              </a:solidFill>
              <a:latin typeface="SUIT ExtraBold" pitchFamily="2" charset="-127"/>
              <a:ea typeface="SUIT ExtraBold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DA9D2-EA5A-03D5-8DE0-EEE7D2DA64FB}"/>
              </a:ext>
            </a:extLst>
          </p:cNvPr>
          <p:cNvSpPr txBox="1"/>
          <p:nvPr/>
        </p:nvSpPr>
        <p:spPr>
          <a:xfrm>
            <a:off x="-400289" y="673488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0C1300D-953C-BB7E-793B-7C0DAFEC1BC1}"/>
              </a:ext>
            </a:extLst>
          </p:cNvPr>
          <p:cNvGrpSpPr/>
          <p:nvPr/>
        </p:nvGrpSpPr>
        <p:grpSpPr>
          <a:xfrm>
            <a:off x="3603285" y="966663"/>
            <a:ext cx="7250313" cy="287894"/>
            <a:chOff x="541257" y="1618196"/>
            <a:chExt cx="6735405" cy="43200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198CEF4-28F5-E95C-2338-B8B0BD88A5F7}"/>
                </a:ext>
              </a:extLst>
            </p:cNvPr>
            <p:cNvGrpSpPr/>
            <p:nvPr/>
          </p:nvGrpSpPr>
          <p:grpSpPr>
            <a:xfrm>
              <a:off x="4922386" y="1618196"/>
              <a:ext cx="2354276" cy="432000"/>
              <a:chOff x="4922386" y="1618196"/>
              <a:chExt cx="2354276" cy="432000"/>
            </a:xfrm>
          </p:grpSpPr>
          <p:sp>
            <p:nvSpPr>
              <p:cNvPr id="20" name="갈매기형 수장 223">
                <a:extLst>
                  <a:ext uri="{FF2B5EF4-FFF2-40B4-BE49-F238E27FC236}">
                    <a16:creationId xmlns:a16="http://schemas.microsoft.com/office/drawing/2014/main" id="{4BF56D67-28BC-A4DC-288E-4CA3EAE31BF2}"/>
                  </a:ext>
                </a:extLst>
              </p:cNvPr>
              <p:cNvSpPr/>
              <p:nvPr/>
            </p:nvSpPr>
            <p:spPr>
              <a:xfrm>
                <a:off x="4922386" y="1618196"/>
                <a:ext cx="2354276" cy="432000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2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21" name="Rectangle 1">
                <a:extLst>
                  <a:ext uri="{FF2B5EF4-FFF2-40B4-BE49-F238E27FC236}">
                    <a16:creationId xmlns:a16="http://schemas.microsoft.com/office/drawing/2014/main" id="{C598F47C-3011-35E9-DEEE-6C1B808B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4689" y="1707192"/>
                <a:ext cx="708840" cy="254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아키텍처 설계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2A43716-D080-01E6-7247-D8ADEED18828}"/>
                </a:ext>
              </a:extLst>
            </p:cNvPr>
            <p:cNvGrpSpPr/>
            <p:nvPr/>
          </p:nvGrpSpPr>
          <p:grpSpPr>
            <a:xfrm>
              <a:off x="2726615" y="1618196"/>
              <a:ext cx="2354276" cy="432000"/>
              <a:chOff x="2726615" y="1618196"/>
              <a:chExt cx="2354276" cy="432000"/>
            </a:xfrm>
          </p:grpSpPr>
          <p:sp>
            <p:nvSpPr>
              <p:cNvPr id="18" name="갈매기형 수장 220">
                <a:extLst>
                  <a:ext uri="{FF2B5EF4-FFF2-40B4-BE49-F238E27FC236}">
                    <a16:creationId xmlns:a16="http://schemas.microsoft.com/office/drawing/2014/main" id="{592CA010-EBE1-BFF4-9BCA-A65E07B61919}"/>
                  </a:ext>
                </a:extLst>
              </p:cNvPr>
              <p:cNvSpPr/>
              <p:nvPr/>
            </p:nvSpPr>
            <p:spPr>
              <a:xfrm>
                <a:off x="2726615" y="1618196"/>
                <a:ext cx="2354276" cy="43200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0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19" name="Rectangle 1">
                <a:extLst>
                  <a:ext uri="{FF2B5EF4-FFF2-40B4-BE49-F238E27FC236}">
                    <a16:creationId xmlns:a16="http://schemas.microsoft.com/office/drawing/2014/main" id="{B2DD0DB9-BB90-7596-BB93-0B5EC7BD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7852" y="1707192"/>
                <a:ext cx="851800" cy="254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시스템 환경 분석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AEE7A28-0B69-926D-BD9E-DC24B130719B}"/>
                </a:ext>
              </a:extLst>
            </p:cNvPr>
            <p:cNvGrpSpPr/>
            <p:nvPr/>
          </p:nvGrpSpPr>
          <p:grpSpPr>
            <a:xfrm>
              <a:off x="541257" y="1618196"/>
              <a:ext cx="2354276" cy="432000"/>
              <a:chOff x="541257" y="1618196"/>
              <a:chExt cx="2354276" cy="432000"/>
            </a:xfrm>
          </p:grpSpPr>
          <p:sp>
            <p:nvSpPr>
              <p:cNvPr id="16" name="오각형 217">
                <a:extLst>
                  <a:ext uri="{FF2B5EF4-FFF2-40B4-BE49-F238E27FC236}">
                    <a16:creationId xmlns:a16="http://schemas.microsoft.com/office/drawing/2014/main" id="{EE008774-13B3-081E-C281-8C07884334A8}"/>
                  </a:ext>
                </a:extLst>
              </p:cNvPr>
              <p:cNvSpPr/>
              <p:nvPr/>
            </p:nvSpPr>
            <p:spPr>
              <a:xfrm>
                <a:off x="541257" y="1618196"/>
                <a:ext cx="2354276" cy="432000"/>
              </a:xfrm>
              <a:prstGeom prst="homePlate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0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5F41065B-74DC-20A2-E994-A72CB437A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497" y="1707192"/>
                <a:ext cx="851800" cy="254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시스템 환경 조사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405728C-C4B6-C180-55A4-1B9769AD21AC}"/>
              </a:ext>
            </a:extLst>
          </p:cNvPr>
          <p:cNvGrpSpPr/>
          <p:nvPr/>
        </p:nvGrpSpPr>
        <p:grpSpPr>
          <a:xfrm>
            <a:off x="3807965" y="1416134"/>
            <a:ext cx="6634514" cy="809983"/>
            <a:chOff x="559457" y="8071487"/>
            <a:chExt cx="5637217" cy="1032017"/>
          </a:xfrm>
        </p:grpSpPr>
        <p:sp>
          <p:nvSpPr>
            <p:cNvPr id="23" name="AutoShape 71">
              <a:extLst>
                <a:ext uri="{FF2B5EF4-FFF2-40B4-BE49-F238E27FC236}">
                  <a16:creationId xmlns:a16="http://schemas.microsoft.com/office/drawing/2014/main" id="{B569F0B4-CF56-8506-CD9E-D924D7F9EA57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457" y="8746972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인터뷰 실시</a:t>
              </a:r>
            </a:p>
          </p:txBody>
        </p:sp>
        <p:cxnSp>
          <p:nvCxnSpPr>
            <p:cNvPr id="24" name="꺾인 연결선 174">
              <a:extLst>
                <a:ext uri="{FF2B5EF4-FFF2-40B4-BE49-F238E27FC236}">
                  <a16:creationId xmlns:a16="http://schemas.microsoft.com/office/drawing/2014/main" id="{2F8EB9BF-E0C1-8836-CEC3-EB8DACD46834}"/>
                </a:ext>
              </a:extLst>
            </p:cNvPr>
            <p:cNvCxnSpPr>
              <a:stCxn id="31" idx="2"/>
              <a:endCxn id="23" idx="0"/>
            </p:cNvCxnSpPr>
            <p:nvPr/>
          </p:nvCxnSpPr>
          <p:spPr>
            <a:xfrm>
              <a:off x="1346933" y="8450268"/>
              <a:ext cx="0" cy="296704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E7390C17-99E6-E2A6-6AE4-E64B43EA9C94}"/>
                </a:ext>
              </a:extLst>
            </p:cNvPr>
            <p:cNvCxnSpPr>
              <a:stCxn id="34" idx="2"/>
              <a:endCxn id="35" idx="0"/>
            </p:cNvCxnSpPr>
            <p:nvPr/>
          </p:nvCxnSpPr>
          <p:spPr>
            <a:xfrm>
              <a:off x="5409198" y="8428019"/>
              <a:ext cx="0" cy="221158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꺾인 연결선 315">
              <a:extLst>
                <a:ext uri="{FF2B5EF4-FFF2-40B4-BE49-F238E27FC236}">
                  <a16:creationId xmlns:a16="http://schemas.microsoft.com/office/drawing/2014/main" id="{F56406D4-0080-06DB-9451-5593ED11EFFD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 flipV="1">
              <a:off x="4205005" y="8249753"/>
              <a:ext cx="416717" cy="63888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bg1">
                  <a:lumMod val="65000"/>
                </a:schemeClr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직선 화살표 연결선 316">
              <a:extLst>
                <a:ext uri="{FF2B5EF4-FFF2-40B4-BE49-F238E27FC236}">
                  <a16:creationId xmlns:a16="http://schemas.microsoft.com/office/drawing/2014/main" id="{7FEF0B0D-BD2D-C527-0A2A-16AE342518E1}"/>
                </a:ext>
              </a:extLst>
            </p:cNvPr>
            <p:cNvCxnSpPr>
              <a:stCxn id="23" idx="3"/>
              <a:endCxn id="32" idx="1"/>
            </p:cNvCxnSpPr>
            <p:nvPr/>
          </p:nvCxnSpPr>
          <p:spPr>
            <a:xfrm flipV="1">
              <a:off x="2134409" y="8249753"/>
              <a:ext cx="488643" cy="67548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bg1">
                  <a:lumMod val="65000"/>
                </a:schemeClr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A0230187-9A31-36DF-5F33-4F7F40CF5CBC}"/>
                </a:ext>
              </a:extLst>
            </p:cNvPr>
            <p:cNvCxnSpPr>
              <a:stCxn id="32" idx="2"/>
              <a:endCxn id="33" idx="0"/>
            </p:cNvCxnSpPr>
            <p:nvPr/>
          </p:nvCxnSpPr>
          <p:spPr>
            <a:xfrm>
              <a:off x="3410528" y="8428019"/>
              <a:ext cx="7001" cy="282351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  <a:round/>
              <a:headEnd type="none" w="med" len="med"/>
              <a:tailEnd type="triangle" w="med" len="med"/>
            </a:ln>
          </p:spPr>
        </p:cxnSp>
        <p:sp>
          <p:nvSpPr>
            <p:cNvPr id="31" name="AutoShape 71">
              <a:extLst>
                <a:ext uri="{FF2B5EF4-FFF2-40B4-BE49-F238E27FC236}">
                  <a16:creationId xmlns:a16="http://schemas.microsoft.com/office/drawing/2014/main" id="{94EC0A74-E492-2314-A3DD-038DEA4A1192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59457" y="8093736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현황조사</a:t>
              </a:r>
            </a:p>
          </p:txBody>
        </p:sp>
        <p:sp>
          <p:nvSpPr>
            <p:cNvPr id="32" name="AutoShape 71">
              <a:extLst>
                <a:ext uri="{FF2B5EF4-FFF2-40B4-BE49-F238E27FC236}">
                  <a16:creationId xmlns:a16="http://schemas.microsoft.com/office/drawing/2014/main" id="{46769CB3-A670-FEDD-E66D-4E009A0CDC53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23052" y="8071487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전환 요소 분석</a:t>
              </a:r>
            </a:p>
          </p:txBody>
        </p:sp>
        <p:sp>
          <p:nvSpPr>
            <p:cNvPr id="33" name="AutoShape 71">
              <a:extLst>
                <a:ext uri="{FF2B5EF4-FFF2-40B4-BE49-F238E27FC236}">
                  <a16:creationId xmlns:a16="http://schemas.microsoft.com/office/drawing/2014/main" id="{A8A1E811-63F6-DD37-EFD6-3DCCA8E2E178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30053" y="8710370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분석결과 정리</a:t>
              </a:r>
            </a:p>
          </p:txBody>
        </p:sp>
        <p:sp>
          <p:nvSpPr>
            <p:cNvPr id="34" name="AutoShape 71">
              <a:extLst>
                <a:ext uri="{FF2B5EF4-FFF2-40B4-BE49-F238E27FC236}">
                  <a16:creationId xmlns:a16="http://schemas.microsoft.com/office/drawing/2014/main" id="{A7CCDF00-0ECB-1063-0998-15DFFD095DE0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21722" y="8071487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 err="1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아키텍쳐</a:t>
              </a:r>
              <a:endPara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35" name="AutoShape 71">
              <a:extLst>
                <a:ext uri="{FF2B5EF4-FFF2-40B4-BE49-F238E27FC236}">
                  <a16:creationId xmlns:a16="http://schemas.microsoft.com/office/drawing/2014/main" id="{9BE1F582-A518-D441-21E3-62B4BD0D3B59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621722" y="8649177"/>
              <a:ext cx="1574952" cy="356532"/>
            </a:xfrm>
            <a:prstGeom prst="homePlate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ko-KR" altLang="en-US" sz="10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용량산정</a:t>
              </a:r>
            </a:p>
          </p:txBody>
        </p:sp>
      </p:grpSp>
      <p:sp>
        <p:nvSpPr>
          <p:cNvPr id="36" name="갈매기형 수장 252">
            <a:extLst>
              <a:ext uri="{FF2B5EF4-FFF2-40B4-BE49-F238E27FC236}">
                <a16:creationId xmlns:a16="http://schemas.microsoft.com/office/drawing/2014/main" id="{7A362EDA-3EF9-2748-011C-6A848DB43FE7}"/>
              </a:ext>
            </a:extLst>
          </p:cNvPr>
          <p:cNvSpPr/>
          <p:nvPr/>
        </p:nvSpPr>
        <p:spPr>
          <a:xfrm>
            <a:off x="8567917" y="2552794"/>
            <a:ext cx="2285681" cy="287894"/>
          </a:xfrm>
          <a:prstGeom prst="chevron">
            <a:avLst/>
          </a:prstGeom>
          <a:solidFill>
            <a:srgbClr val="0075C1"/>
          </a:solidFill>
          <a:ln w="6350">
            <a:noFill/>
            <a:miter lim="800000"/>
            <a:headEnd/>
            <a:tailEnd/>
          </a:ln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defTabSz="874713" latinLnBrk="0"/>
            <a:endParaRPr lang="ko-KR" altLang="en-US" sz="1050" kern="0">
              <a:ln>
                <a:solidFill>
                  <a:srgbClr val="053863">
                    <a:alpha val="0"/>
                  </a:srgbClr>
                </a:solidFill>
              </a:ln>
              <a:gradFill>
                <a:gsLst>
                  <a:gs pos="0">
                    <a:sysClr val="window" lastClr="FFFFFF"/>
                  </a:gs>
                  <a:gs pos="99000">
                    <a:sysClr val="window" lastClr="FFFFFF"/>
                  </a:gs>
                </a:gsLst>
                <a:lin ang="5400000" scaled="0"/>
              </a:gra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7" name="갈매기형 수장 254">
            <a:extLst>
              <a:ext uri="{FF2B5EF4-FFF2-40B4-BE49-F238E27FC236}">
                <a16:creationId xmlns:a16="http://schemas.microsoft.com/office/drawing/2014/main" id="{F9E8A6C7-0486-8A84-696F-1F93E2AEE3E3}"/>
              </a:ext>
            </a:extLst>
          </p:cNvPr>
          <p:cNvSpPr/>
          <p:nvPr/>
        </p:nvSpPr>
        <p:spPr>
          <a:xfrm>
            <a:off x="7554153" y="2552793"/>
            <a:ext cx="1961535" cy="287894"/>
          </a:xfrm>
          <a:prstGeom prst="chevron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buClr>
                <a:srgbClr val="969696"/>
              </a:buClr>
              <a:tabLst>
                <a:tab pos="914400" algn="l"/>
                <a:tab pos="7315200" algn="r"/>
              </a:tabLst>
            </a:pPr>
            <a:endParaRPr lang="ko-KR" altLang="en-US" sz="1200" kern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906E184C-1BCA-54B4-EC2F-E5B81E76B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3963" y="2609886"/>
            <a:ext cx="879936" cy="16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1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서비스전환 </a:t>
            </a:r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4457381D-E21B-97A7-AA36-09B53103B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724" y="2609886"/>
            <a:ext cx="1336720" cy="16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10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서비스테스트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C59D9C5-3112-8A9E-2A70-BC31D04FC270}"/>
              </a:ext>
            </a:extLst>
          </p:cNvPr>
          <p:cNvGrpSpPr/>
          <p:nvPr/>
        </p:nvGrpSpPr>
        <p:grpSpPr>
          <a:xfrm>
            <a:off x="6084777" y="2552793"/>
            <a:ext cx="2124082" cy="287894"/>
            <a:chOff x="4911972" y="1618196"/>
            <a:chExt cx="1779279" cy="432000"/>
          </a:xfrm>
        </p:grpSpPr>
        <p:sp>
          <p:nvSpPr>
            <p:cNvPr id="41" name="갈매기형 수장 267">
              <a:extLst>
                <a:ext uri="{FF2B5EF4-FFF2-40B4-BE49-F238E27FC236}">
                  <a16:creationId xmlns:a16="http://schemas.microsoft.com/office/drawing/2014/main" id="{08BDF0E5-C307-3279-0280-5845626ED59B}"/>
                </a:ext>
              </a:extLst>
            </p:cNvPr>
            <p:cNvSpPr/>
            <p:nvPr/>
          </p:nvSpPr>
          <p:spPr>
            <a:xfrm>
              <a:off x="4911972" y="1618196"/>
              <a:ext cx="1779279" cy="432000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>
                <a:buClr>
                  <a:srgbClr val="969696"/>
                </a:buClr>
                <a:tabLst>
                  <a:tab pos="914400" algn="l"/>
                  <a:tab pos="7315200" algn="r"/>
                </a:tabLst>
              </a:pPr>
              <a:endParaRPr lang="ko-KR" altLang="en-US" sz="1000" kern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  <p:sp>
          <p:nvSpPr>
            <p:cNvPr id="42" name="Rectangle 1">
              <a:extLst>
                <a:ext uri="{FF2B5EF4-FFF2-40B4-BE49-F238E27FC236}">
                  <a16:creationId xmlns:a16="http://schemas.microsoft.com/office/drawing/2014/main" id="{C29E4C6E-D6C7-2557-69E3-74A4A8BE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949" y="1707191"/>
              <a:ext cx="1297184" cy="254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/>
              <a:r>
                <a:rPr lang="en-US" altLang="ko-KR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Application/Data </a:t>
              </a:r>
              <a:r>
                <a: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이행</a:t>
              </a:r>
              <a:r>
                <a:rPr lang="en-US" altLang="ko-KR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</a:t>
              </a:r>
            </a:p>
          </p:txBody>
        </p:sp>
      </p:grpSp>
      <p:sp>
        <p:nvSpPr>
          <p:cNvPr id="43" name="갈매기형 수장 264">
            <a:extLst>
              <a:ext uri="{FF2B5EF4-FFF2-40B4-BE49-F238E27FC236}">
                <a16:creationId xmlns:a16="http://schemas.microsoft.com/office/drawing/2014/main" id="{73863DAC-5E4F-9EC9-A0E6-844253ADA21E}"/>
              </a:ext>
            </a:extLst>
          </p:cNvPr>
          <p:cNvSpPr/>
          <p:nvPr/>
        </p:nvSpPr>
        <p:spPr>
          <a:xfrm>
            <a:off x="4690126" y="2552793"/>
            <a:ext cx="1888046" cy="287894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buClr>
                <a:srgbClr val="969696"/>
              </a:buClr>
              <a:tabLst>
                <a:tab pos="914400" algn="l"/>
                <a:tab pos="7315200" algn="r"/>
              </a:tabLst>
            </a:pPr>
            <a:endParaRPr lang="ko-KR" altLang="en-US" sz="1000" kern="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F09FEC-C625-D841-C8FE-A0BFBDC98AF5}"/>
              </a:ext>
            </a:extLst>
          </p:cNvPr>
          <p:cNvSpPr/>
          <p:nvPr/>
        </p:nvSpPr>
        <p:spPr bwMode="auto">
          <a:xfrm rot="10800000" flipH="1" flipV="1">
            <a:off x="4699341" y="2552793"/>
            <a:ext cx="1933133" cy="289049"/>
          </a:xfrm>
          <a:prstGeom prst="rect">
            <a:avLst/>
          </a:prstGeom>
          <a:gradFill>
            <a:gsLst>
              <a:gs pos="0">
                <a:schemeClr val="bg1">
                  <a:alpha val="42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endParaRPr lang="ko-KR" altLang="en-US" sz="1600">
              <a:solidFill>
                <a:schemeClr val="tx1">
                  <a:lumMod val="95000"/>
                  <a:lumOff val="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D106D1B-90C0-CDA8-FDCB-961259B146A7}"/>
              </a:ext>
            </a:extLst>
          </p:cNvPr>
          <p:cNvCxnSpPr>
            <a:cxnSpLocks/>
            <a:stCxn id="53" idx="2"/>
            <a:endCxn id="50" idx="0"/>
          </p:cNvCxnSpPr>
          <p:nvPr/>
        </p:nvCxnSpPr>
        <p:spPr>
          <a:xfrm>
            <a:off x="7294911" y="3256131"/>
            <a:ext cx="0" cy="739765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EFE9708-B301-8AD4-0CAF-1069B02E3AF1}"/>
              </a:ext>
            </a:extLst>
          </p:cNvPr>
          <p:cNvSpPr/>
          <p:nvPr/>
        </p:nvSpPr>
        <p:spPr bwMode="auto">
          <a:xfrm>
            <a:off x="8209358" y="2972489"/>
            <a:ext cx="1048836" cy="28364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단위테스트 및</a:t>
            </a:r>
            <a:b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 검증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65F50C0-F7B7-254C-04AC-9D504BCCA4AD}"/>
              </a:ext>
            </a:extLst>
          </p:cNvPr>
          <p:cNvSpPr/>
          <p:nvPr/>
        </p:nvSpPr>
        <p:spPr bwMode="auto">
          <a:xfrm>
            <a:off x="3809457" y="3387001"/>
            <a:ext cx="1163335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As-Is </a:t>
            </a:r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성능 측정</a:t>
            </a:r>
            <a:endParaRPr lang="en-US" altLang="ko-KR" sz="1050" spc="-4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947DBB3-BDF8-730E-AC2D-E44F38790530}"/>
              </a:ext>
            </a:extLst>
          </p:cNvPr>
          <p:cNvSpPr/>
          <p:nvPr/>
        </p:nvSpPr>
        <p:spPr bwMode="auto">
          <a:xfrm>
            <a:off x="5285028" y="2972489"/>
            <a:ext cx="1120245" cy="28364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인프라 시스템 구성</a:t>
            </a:r>
          </a:p>
          <a:p>
            <a:pPr algn="ctr" latinLnBrk="0"/>
            <a:r>
              <a:rPr lang="en-US" altLang="ko-KR" sz="1050" spc="-4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(Cloud </a:t>
            </a:r>
            <a:r>
              <a:rPr lang="ko-KR" altLang="en-US" sz="1050" spc="-4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환경 구성</a:t>
            </a:r>
            <a:r>
              <a:rPr lang="en-US" altLang="ko-KR" sz="1050" spc="-4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FD52BFA-39DC-DEB2-554A-726F07A02384}"/>
              </a:ext>
            </a:extLst>
          </p:cNvPr>
          <p:cNvSpPr/>
          <p:nvPr/>
        </p:nvSpPr>
        <p:spPr bwMode="auto">
          <a:xfrm>
            <a:off x="6582722" y="3708051"/>
            <a:ext cx="1424378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Application </a:t>
            </a:r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전환</a:t>
            </a:r>
            <a: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endParaRPr lang="ko-KR" altLang="en-US" sz="1050" spc="-4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55DFBE0-2890-0435-E544-FDB658B66004}"/>
              </a:ext>
            </a:extLst>
          </p:cNvPr>
          <p:cNvSpPr/>
          <p:nvPr/>
        </p:nvSpPr>
        <p:spPr bwMode="auto">
          <a:xfrm>
            <a:off x="6582722" y="3995896"/>
            <a:ext cx="1424378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DB </a:t>
            </a:r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 이행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FCFDFBA-0268-5C69-9B9E-94E2C64FEFF8}"/>
              </a:ext>
            </a:extLst>
          </p:cNvPr>
          <p:cNvSpPr/>
          <p:nvPr/>
        </p:nvSpPr>
        <p:spPr bwMode="auto">
          <a:xfrm>
            <a:off x="9582263" y="2972488"/>
            <a:ext cx="1136431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업무전환 계획서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A318430-F89A-4B9F-FB2E-175D5C49E8A2}"/>
              </a:ext>
            </a:extLst>
          </p:cNvPr>
          <p:cNvSpPr/>
          <p:nvPr/>
        </p:nvSpPr>
        <p:spPr bwMode="auto">
          <a:xfrm>
            <a:off x="9582263" y="3708051"/>
            <a:ext cx="1136431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주요 성능 측정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6ABFDE2-30DB-592E-95A2-DD26FA185D9C}"/>
              </a:ext>
            </a:extLst>
          </p:cNvPr>
          <p:cNvSpPr/>
          <p:nvPr/>
        </p:nvSpPr>
        <p:spPr bwMode="auto">
          <a:xfrm>
            <a:off x="6582722" y="2972489"/>
            <a:ext cx="1424378" cy="28364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영향도 분석 및 진단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7FB4856-3812-53DE-287A-963ECC690181}"/>
              </a:ext>
            </a:extLst>
          </p:cNvPr>
          <p:cNvSpPr/>
          <p:nvPr/>
        </p:nvSpPr>
        <p:spPr bwMode="auto">
          <a:xfrm>
            <a:off x="3809457" y="2972489"/>
            <a:ext cx="1163335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이행계획 수립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03ACD10-972E-C1E9-F03B-C542CBA22E5A}"/>
              </a:ext>
            </a:extLst>
          </p:cNvPr>
          <p:cNvSpPr/>
          <p:nvPr/>
        </p:nvSpPr>
        <p:spPr bwMode="auto">
          <a:xfrm>
            <a:off x="8209358" y="3995896"/>
            <a:ext cx="1048836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안정성 테스트 </a:t>
            </a:r>
          </a:p>
        </p:txBody>
      </p:sp>
      <p:cxnSp>
        <p:nvCxnSpPr>
          <p:cNvPr id="56" name="꺾인 연결선 302">
            <a:extLst>
              <a:ext uri="{FF2B5EF4-FFF2-40B4-BE49-F238E27FC236}">
                <a16:creationId xmlns:a16="http://schemas.microsoft.com/office/drawing/2014/main" id="{A8907D64-E560-C187-584E-2ED3C3C7FD01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4972792" y="3114310"/>
            <a:ext cx="312236" cy="3630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797EE1A-12ED-514B-FAB9-38B9CB4E6FE2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10150479" y="3153245"/>
            <a:ext cx="0" cy="554806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462CA02-09BB-1997-7637-34AAFDFE53E9}"/>
              </a:ext>
            </a:extLst>
          </p:cNvPr>
          <p:cNvCxnSpPr>
            <a:cxnSpLocks/>
            <a:stCxn id="46" idx="2"/>
            <a:endCxn id="55" idx="0"/>
          </p:cNvCxnSpPr>
          <p:nvPr/>
        </p:nvCxnSpPr>
        <p:spPr>
          <a:xfrm>
            <a:off x="8733776" y="3256131"/>
            <a:ext cx="0" cy="739765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814657A-0480-47B5-FBC2-A65573B0552C}"/>
              </a:ext>
            </a:extLst>
          </p:cNvPr>
          <p:cNvSpPr/>
          <p:nvPr/>
        </p:nvSpPr>
        <p:spPr bwMode="auto">
          <a:xfrm>
            <a:off x="9582263" y="3340269"/>
            <a:ext cx="1136431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업무 전환 수행 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5BF55BF-DD4A-AF24-1EB9-8F604AD2555E}"/>
              </a:ext>
            </a:extLst>
          </p:cNvPr>
          <p:cNvSpPr/>
          <p:nvPr/>
        </p:nvSpPr>
        <p:spPr bwMode="auto">
          <a:xfrm>
            <a:off x="8209358" y="3340269"/>
            <a:ext cx="1048836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통합 테스트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5D956C0-2D74-DF37-F00D-D6AA835F6F09}"/>
              </a:ext>
            </a:extLst>
          </p:cNvPr>
          <p:cNvSpPr/>
          <p:nvPr/>
        </p:nvSpPr>
        <p:spPr bwMode="auto">
          <a:xfrm>
            <a:off x="8209358" y="3708051"/>
            <a:ext cx="1048836" cy="1807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성능 테스트 </a:t>
            </a:r>
          </a:p>
        </p:txBody>
      </p:sp>
      <p:cxnSp>
        <p:nvCxnSpPr>
          <p:cNvPr id="62" name="꺾인 연결선 308">
            <a:extLst>
              <a:ext uri="{FF2B5EF4-FFF2-40B4-BE49-F238E27FC236}">
                <a16:creationId xmlns:a16="http://schemas.microsoft.com/office/drawing/2014/main" id="{977363E9-8C2F-6A65-1D31-4E81830AC718}"/>
              </a:ext>
            </a:extLst>
          </p:cNvPr>
          <p:cNvCxnSpPr>
            <a:cxnSpLocks/>
            <a:stCxn id="50" idx="3"/>
            <a:endCxn id="46" idx="1"/>
          </p:cNvCxnSpPr>
          <p:nvPr/>
        </p:nvCxnSpPr>
        <p:spPr>
          <a:xfrm flipV="1">
            <a:off x="8007100" y="3114310"/>
            <a:ext cx="202258" cy="9719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63" name="꺾인 연결선 309">
            <a:extLst>
              <a:ext uri="{FF2B5EF4-FFF2-40B4-BE49-F238E27FC236}">
                <a16:creationId xmlns:a16="http://schemas.microsoft.com/office/drawing/2014/main" id="{BCDF09E8-1738-59E9-CDF4-84C1D8F402AE}"/>
              </a:ext>
            </a:extLst>
          </p:cNvPr>
          <p:cNvCxnSpPr>
            <a:cxnSpLocks/>
            <a:stCxn id="55" idx="3"/>
            <a:endCxn id="51" idx="1"/>
          </p:cNvCxnSpPr>
          <p:nvPr/>
        </p:nvCxnSpPr>
        <p:spPr>
          <a:xfrm flipV="1">
            <a:off x="9258194" y="3062867"/>
            <a:ext cx="324069" cy="10234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ABB119B-C903-8310-55F4-B533C7EA2159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6405273" y="3114310"/>
            <a:ext cx="177449" cy="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0403457-8E95-36E1-ACE9-EAF696F8B303}"/>
              </a:ext>
            </a:extLst>
          </p:cNvPr>
          <p:cNvCxnSpPr>
            <a:cxnSpLocks/>
            <a:stCxn id="54" idx="2"/>
            <a:endCxn id="47" idx="0"/>
          </p:cNvCxnSpPr>
          <p:nvPr/>
        </p:nvCxnSpPr>
        <p:spPr>
          <a:xfrm>
            <a:off x="4391125" y="3153246"/>
            <a:ext cx="0" cy="233755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E356F46-8E4D-FEAC-BF37-69A67030025B}"/>
              </a:ext>
            </a:extLst>
          </p:cNvPr>
          <p:cNvSpPr/>
          <p:nvPr/>
        </p:nvSpPr>
        <p:spPr bwMode="auto">
          <a:xfrm>
            <a:off x="6578794" y="3324656"/>
            <a:ext cx="1424378" cy="28364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전환 결정 및</a:t>
            </a:r>
            <a:b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이행 방안 수립</a:t>
            </a:r>
            <a:r>
              <a:rPr lang="en-US" altLang="ko-KR" sz="1050" spc="-4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endParaRPr lang="ko-KR" altLang="en-US" sz="1050" spc="-4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FD763C79-E8D2-F27B-F964-B5FE1B1EF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126" y="2610945"/>
            <a:ext cx="1450351" cy="16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인프라 시스템 구성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D1F3E39-59C2-D61C-973D-23A9B66C69D1}"/>
              </a:ext>
            </a:extLst>
          </p:cNvPr>
          <p:cNvGrpSpPr/>
          <p:nvPr/>
        </p:nvGrpSpPr>
        <p:grpSpPr>
          <a:xfrm>
            <a:off x="3630650" y="2552793"/>
            <a:ext cx="1525586" cy="274353"/>
            <a:chOff x="592331" y="1618196"/>
            <a:chExt cx="1577063" cy="411681"/>
          </a:xfrm>
        </p:grpSpPr>
        <p:sp>
          <p:nvSpPr>
            <p:cNvPr id="69" name="오각형 261">
              <a:extLst>
                <a:ext uri="{FF2B5EF4-FFF2-40B4-BE49-F238E27FC236}">
                  <a16:creationId xmlns:a16="http://schemas.microsoft.com/office/drawing/2014/main" id="{DCD48DAE-D1E0-0E91-3F56-474FD1FC5A5C}"/>
                </a:ext>
              </a:extLst>
            </p:cNvPr>
            <p:cNvSpPr/>
            <p:nvPr/>
          </p:nvSpPr>
          <p:spPr>
            <a:xfrm>
              <a:off x="592331" y="1618196"/>
              <a:ext cx="1577063" cy="41168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>
                <a:buClr>
                  <a:srgbClr val="969696"/>
                </a:buClr>
                <a:tabLst>
                  <a:tab pos="914400" algn="l"/>
                  <a:tab pos="7315200" algn="r"/>
                </a:tabLst>
              </a:pPr>
              <a:endParaRPr lang="ko-KR" altLang="en-US" sz="1000" kern="0">
                <a:solidFill>
                  <a:schemeClr val="tx1">
                    <a:lumMod val="95000"/>
                    <a:lumOff val="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  <p:sp>
          <p:nvSpPr>
            <p:cNvPr id="70" name="Rectangle 1">
              <a:extLst>
                <a:ext uri="{FF2B5EF4-FFF2-40B4-BE49-F238E27FC236}">
                  <a16:creationId xmlns:a16="http://schemas.microsoft.com/office/drawing/2014/main" id="{90EC9496-B23B-2323-D4FB-A574C4B7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98" y="1707191"/>
              <a:ext cx="1434944" cy="254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latinLnBrk="0"/>
              <a:r>
                <a:rPr lang="ko-KR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이행계획수립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407D219-1BA8-57B4-5AB6-B87F8F6F7724}"/>
              </a:ext>
            </a:extLst>
          </p:cNvPr>
          <p:cNvGrpSpPr/>
          <p:nvPr/>
        </p:nvGrpSpPr>
        <p:grpSpPr>
          <a:xfrm>
            <a:off x="3712553" y="4390289"/>
            <a:ext cx="7141045" cy="340353"/>
            <a:chOff x="541257" y="1618196"/>
            <a:chExt cx="6724991" cy="432000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77FC229-91DB-2A2A-0B23-B1419D1055C7}"/>
                </a:ext>
              </a:extLst>
            </p:cNvPr>
            <p:cNvGrpSpPr/>
            <p:nvPr/>
          </p:nvGrpSpPr>
          <p:grpSpPr>
            <a:xfrm>
              <a:off x="4911972" y="1618196"/>
              <a:ext cx="2354276" cy="432000"/>
              <a:chOff x="4911972" y="1618196"/>
              <a:chExt cx="2354276" cy="432000"/>
            </a:xfrm>
          </p:grpSpPr>
          <p:sp>
            <p:nvSpPr>
              <p:cNvPr id="80" name="갈매기형 수장 331">
                <a:extLst>
                  <a:ext uri="{FF2B5EF4-FFF2-40B4-BE49-F238E27FC236}">
                    <a16:creationId xmlns:a16="http://schemas.microsoft.com/office/drawing/2014/main" id="{B8CA1997-200F-6DC1-DA7B-DD6EC0B9B2D2}"/>
                  </a:ext>
                </a:extLst>
              </p:cNvPr>
              <p:cNvSpPr/>
              <p:nvPr/>
            </p:nvSpPr>
            <p:spPr>
              <a:xfrm>
                <a:off x="4911972" y="1618196"/>
                <a:ext cx="2354276" cy="432000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2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81" name="Rectangle 1">
                <a:extLst>
                  <a:ext uri="{FF2B5EF4-FFF2-40B4-BE49-F238E27FC236}">
                    <a16:creationId xmlns:a16="http://schemas.microsoft.com/office/drawing/2014/main" id="{8B826A32-CE8F-B44C-C10C-52AE6D8CE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4901" y="1726767"/>
                <a:ext cx="1008418" cy="2148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산출물 정리 및 교육</a:t>
                </a: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CF64B460-06E7-2923-96BF-83D77DBB2E10}"/>
                </a:ext>
              </a:extLst>
            </p:cNvPr>
            <p:cNvGrpSpPr/>
            <p:nvPr/>
          </p:nvGrpSpPr>
          <p:grpSpPr>
            <a:xfrm>
              <a:off x="2726615" y="1618196"/>
              <a:ext cx="2354276" cy="432000"/>
              <a:chOff x="2726615" y="1618196"/>
              <a:chExt cx="2354276" cy="432000"/>
            </a:xfrm>
          </p:grpSpPr>
          <p:sp>
            <p:nvSpPr>
              <p:cNvPr id="78" name="갈매기형 수장 328">
                <a:extLst>
                  <a:ext uri="{FF2B5EF4-FFF2-40B4-BE49-F238E27FC236}">
                    <a16:creationId xmlns:a16="http://schemas.microsoft.com/office/drawing/2014/main" id="{C67038E1-8343-EC73-C030-505D801EC5DA}"/>
                  </a:ext>
                </a:extLst>
              </p:cNvPr>
              <p:cNvSpPr/>
              <p:nvPr/>
            </p:nvSpPr>
            <p:spPr>
              <a:xfrm>
                <a:off x="2726615" y="1618196"/>
                <a:ext cx="2354276" cy="43200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0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79" name="Rectangle 1">
                <a:extLst>
                  <a:ext uri="{FF2B5EF4-FFF2-40B4-BE49-F238E27FC236}">
                    <a16:creationId xmlns:a16="http://schemas.microsoft.com/office/drawing/2014/main" id="{7905498B-FB5C-15D8-ED93-53CD97E59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2181" y="1726767"/>
                <a:ext cx="1123148" cy="2148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성능 최적화 및 안정화</a:t>
                </a: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0B270259-6067-9CD7-D1A4-ECF3F50F8F86}"/>
                </a:ext>
              </a:extLst>
            </p:cNvPr>
            <p:cNvGrpSpPr/>
            <p:nvPr/>
          </p:nvGrpSpPr>
          <p:grpSpPr>
            <a:xfrm>
              <a:off x="541257" y="1618196"/>
              <a:ext cx="2354276" cy="432000"/>
              <a:chOff x="541257" y="1618196"/>
              <a:chExt cx="2354276" cy="432000"/>
            </a:xfrm>
          </p:grpSpPr>
          <p:sp>
            <p:nvSpPr>
              <p:cNvPr id="75" name="오각형 325">
                <a:extLst>
                  <a:ext uri="{FF2B5EF4-FFF2-40B4-BE49-F238E27FC236}">
                    <a16:creationId xmlns:a16="http://schemas.microsoft.com/office/drawing/2014/main" id="{688E50A9-F065-AD39-A744-6C14A4D3039F}"/>
                  </a:ext>
                </a:extLst>
              </p:cNvPr>
              <p:cNvSpPr/>
              <p:nvPr/>
            </p:nvSpPr>
            <p:spPr>
              <a:xfrm>
                <a:off x="541257" y="1618196"/>
                <a:ext cx="2354276" cy="432000"/>
              </a:xfrm>
              <a:prstGeom prst="homePlate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>
                  <a:buClr>
                    <a:srgbClr val="969696"/>
                  </a:buClr>
                  <a:tabLst>
                    <a:tab pos="914400" algn="l"/>
                    <a:tab pos="7315200" algn="r"/>
                  </a:tabLst>
                </a:pPr>
                <a:endParaRPr lang="ko-KR" altLang="en-US" sz="1000" kern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3F9A6D3F-F440-25E7-4CE5-973148D285AC}"/>
                  </a:ext>
                </a:extLst>
              </p:cNvPr>
              <p:cNvSpPr/>
              <p:nvPr/>
            </p:nvSpPr>
            <p:spPr bwMode="auto">
              <a:xfrm rot="10800000" flipH="1" flipV="1">
                <a:off x="541257" y="1618196"/>
                <a:ext cx="2029750" cy="2160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35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0" scaled="0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endParaRPr lang="ko-KR" altLang="en-US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endParaRPr>
              </a:p>
            </p:txBody>
          </p:sp>
          <p:sp>
            <p:nvSpPr>
              <p:cNvPr id="77" name="Rectangle 1">
                <a:extLst>
                  <a:ext uri="{FF2B5EF4-FFF2-40B4-BE49-F238E27FC236}">
                    <a16:creationId xmlns:a16="http://schemas.microsoft.com/office/drawing/2014/main" id="{5E5175C2-D242-BABE-D4ED-5979F8FF5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1747" y="1726767"/>
                <a:ext cx="833304" cy="2148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latinLnBrk="0"/>
                <a:r>
                  <a:rPr lang="ko-KR" altLang="en-US" sz="11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서비스 모니터링</a:t>
                </a:r>
              </a:p>
            </p:txBody>
          </p:sp>
        </p:grpSp>
      </p:grpSp>
      <p:sp>
        <p:nvSpPr>
          <p:cNvPr id="82" name="AutoShape 71">
            <a:extLst>
              <a:ext uri="{FF2B5EF4-FFF2-40B4-BE49-F238E27FC236}">
                <a16:creationId xmlns:a16="http://schemas.microsoft.com/office/drawing/2014/main" id="{8226761D-3978-4887-30A0-FF9651FF80F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90248" y="4860191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이행 후 성능 측정</a:t>
            </a:r>
          </a:p>
        </p:txBody>
      </p:sp>
      <p:cxnSp>
        <p:nvCxnSpPr>
          <p:cNvPr id="83" name="꺾인 연결선 174">
            <a:extLst>
              <a:ext uri="{FF2B5EF4-FFF2-40B4-BE49-F238E27FC236}">
                <a16:creationId xmlns:a16="http://schemas.microsoft.com/office/drawing/2014/main" id="{AC008D3D-9EBD-B05F-2572-AD15204EBA51}"/>
              </a:ext>
            </a:extLst>
          </p:cNvPr>
          <p:cNvCxnSpPr>
            <a:stCxn id="89" idx="3"/>
            <a:endCxn id="82" idx="1"/>
          </p:cNvCxnSpPr>
          <p:nvPr/>
        </p:nvCxnSpPr>
        <p:spPr>
          <a:xfrm>
            <a:off x="5706440" y="5004191"/>
            <a:ext cx="683808" cy="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296625CB-1BE3-31EB-37F9-DC5E28BDB214}"/>
              </a:ext>
            </a:extLst>
          </p:cNvPr>
          <p:cNvCxnSpPr>
            <a:stCxn id="92" idx="2"/>
            <a:endCxn id="93" idx="0"/>
          </p:cNvCxnSpPr>
          <p:nvPr/>
        </p:nvCxnSpPr>
        <p:spPr>
          <a:xfrm>
            <a:off x="9686252" y="5148191"/>
            <a:ext cx="0" cy="221002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85" name="꺾인 연결선 177">
            <a:extLst>
              <a:ext uri="{FF2B5EF4-FFF2-40B4-BE49-F238E27FC236}">
                <a16:creationId xmlns:a16="http://schemas.microsoft.com/office/drawing/2014/main" id="{4272E234-23D2-DCF5-41EC-D078964477F9}"/>
              </a:ext>
            </a:extLst>
          </p:cNvPr>
          <p:cNvCxnSpPr>
            <a:stCxn id="91" idx="3"/>
            <a:endCxn id="92" idx="1"/>
          </p:cNvCxnSpPr>
          <p:nvPr/>
        </p:nvCxnSpPr>
        <p:spPr>
          <a:xfrm flipV="1">
            <a:off x="8198817" y="5004191"/>
            <a:ext cx="583150" cy="101800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3B58D25-F840-9E41-CE44-B970B791B651}"/>
              </a:ext>
            </a:extLst>
          </p:cNvPr>
          <p:cNvCxnSpPr>
            <a:stCxn id="82" idx="2"/>
            <a:endCxn id="90" idx="0"/>
          </p:cNvCxnSpPr>
          <p:nvPr/>
        </p:nvCxnSpPr>
        <p:spPr>
          <a:xfrm>
            <a:off x="7294533" y="5148191"/>
            <a:ext cx="0" cy="221002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F696D30-D1BA-15CB-BC1C-1A5437A411B3}"/>
              </a:ext>
            </a:extLst>
          </p:cNvPr>
          <p:cNvCxnSpPr>
            <a:stCxn id="90" idx="2"/>
            <a:endCxn id="91" idx="0"/>
          </p:cNvCxnSpPr>
          <p:nvPr/>
        </p:nvCxnSpPr>
        <p:spPr>
          <a:xfrm>
            <a:off x="7294533" y="5657193"/>
            <a:ext cx="0" cy="221003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594C224-6EA9-60FE-0E72-7A5E5780461F}"/>
              </a:ext>
            </a:extLst>
          </p:cNvPr>
          <p:cNvCxnSpPr>
            <a:stCxn id="93" idx="2"/>
            <a:endCxn id="94" idx="0"/>
          </p:cNvCxnSpPr>
          <p:nvPr/>
        </p:nvCxnSpPr>
        <p:spPr>
          <a:xfrm>
            <a:off x="9686252" y="5657193"/>
            <a:ext cx="0" cy="221003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none" w="med" len="med"/>
            <a:tailEnd type="triangle" w="med" len="med"/>
          </a:ln>
        </p:spPr>
      </p:cxnSp>
      <p:sp>
        <p:nvSpPr>
          <p:cNvPr id="89" name="AutoShape 71">
            <a:extLst>
              <a:ext uri="{FF2B5EF4-FFF2-40B4-BE49-F238E27FC236}">
                <a16:creationId xmlns:a16="http://schemas.microsoft.com/office/drawing/2014/main" id="{155875C5-B8BB-4213-1DB3-7B20E545FF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97871" y="4860191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시스템 운영현황 모니터링</a:t>
            </a:r>
          </a:p>
        </p:txBody>
      </p:sp>
      <p:sp>
        <p:nvSpPr>
          <p:cNvPr id="90" name="AutoShape 71">
            <a:extLst>
              <a:ext uri="{FF2B5EF4-FFF2-40B4-BE49-F238E27FC236}">
                <a16:creationId xmlns:a16="http://schemas.microsoft.com/office/drawing/2014/main" id="{82B88D04-418F-60FB-BE37-5E9E069A68A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390248" y="5369193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성능 최적화</a:t>
            </a:r>
          </a:p>
        </p:txBody>
      </p:sp>
      <p:sp>
        <p:nvSpPr>
          <p:cNvPr id="91" name="AutoShape 71">
            <a:extLst>
              <a:ext uri="{FF2B5EF4-FFF2-40B4-BE49-F238E27FC236}">
                <a16:creationId xmlns:a16="http://schemas.microsoft.com/office/drawing/2014/main" id="{16E69693-0A64-A1E2-BFAC-DD6117D84DE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90248" y="5878196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안정화</a:t>
            </a:r>
          </a:p>
        </p:txBody>
      </p:sp>
      <p:sp>
        <p:nvSpPr>
          <p:cNvPr id="92" name="AutoShape 71">
            <a:extLst>
              <a:ext uri="{FF2B5EF4-FFF2-40B4-BE49-F238E27FC236}">
                <a16:creationId xmlns:a16="http://schemas.microsoft.com/office/drawing/2014/main" id="{19A214D1-A7C6-B1B7-FE3F-B76D84BC026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781967" y="4860191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산출물 관리</a:t>
            </a:r>
          </a:p>
        </p:txBody>
      </p:sp>
      <p:sp>
        <p:nvSpPr>
          <p:cNvPr id="93" name="AutoShape 71">
            <a:extLst>
              <a:ext uri="{FF2B5EF4-FFF2-40B4-BE49-F238E27FC236}">
                <a16:creationId xmlns:a16="http://schemas.microsoft.com/office/drawing/2014/main" id="{0F9B7A38-508A-085A-2CB3-E2A14E97AC24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781967" y="5369193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사용자 교육</a:t>
            </a:r>
          </a:p>
        </p:txBody>
      </p:sp>
      <p:sp>
        <p:nvSpPr>
          <p:cNvPr id="94" name="AutoShape 71">
            <a:extLst>
              <a:ext uri="{FF2B5EF4-FFF2-40B4-BE49-F238E27FC236}">
                <a16:creationId xmlns:a16="http://schemas.microsoft.com/office/drawing/2014/main" id="{B9060EE2-E0E1-B159-9B1B-B81AE1E22D36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781967" y="5878196"/>
            <a:ext cx="1808569" cy="288000"/>
          </a:xfrm>
          <a:prstGeom prst="homePlate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/>
          <a:lstStyle/>
          <a:p>
            <a:pPr algn="ctr" latinLnBrk="0"/>
            <a:r>
              <a:rPr lang="ko-KR" altLang="en-US" sz="105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 종료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47211F4-8CE9-DB20-4693-6CED1613C09F}"/>
              </a:ext>
            </a:extLst>
          </p:cNvPr>
          <p:cNvSpPr/>
          <p:nvPr/>
        </p:nvSpPr>
        <p:spPr>
          <a:xfrm>
            <a:off x="1543783" y="1050386"/>
            <a:ext cx="1665618" cy="47572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2F6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Assessment</a:t>
            </a:r>
            <a:endParaRPr lang="ko-KR" altLang="en-US" sz="140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80DF78E-6B78-B3E7-2C97-CAAA8369419F}"/>
              </a:ext>
            </a:extLst>
          </p:cNvPr>
          <p:cNvSpPr/>
          <p:nvPr/>
        </p:nvSpPr>
        <p:spPr>
          <a:xfrm>
            <a:off x="1543992" y="2718733"/>
            <a:ext cx="1665618" cy="47572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2F6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Migration</a:t>
            </a:r>
            <a:endParaRPr lang="ko-KR" altLang="en-US" sz="140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77961382-0714-5734-46E7-EC56AAAC1B52}"/>
              </a:ext>
            </a:extLst>
          </p:cNvPr>
          <p:cNvSpPr/>
          <p:nvPr/>
        </p:nvSpPr>
        <p:spPr>
          <a:xfrm>
            <a:off x="1543783" y="4551438"/>
            <a:ext cx="1665618" cy="47572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rgbClr val="2F6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Optimization</a:t>
            </a:r>
            <a:endParaRPr lang="ko-KR" altLang="en-US" sz="140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5861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4779-6098-3F96-339B-32D174A6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7D6D7C-7720-6AC9-B925-001515AE6F81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7758E1-11D1-D879-F32E-6F3CE13570FB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77738E54-8D3D-0A95-E6A2-78339877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86E730-B0E6-922C-D5F2-E70827CD7370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5B1E579-39C1-B3B6-50AD-A3E97FDEF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137017"/>
              </p:ext>
            </p:extLst>
          </p:nvPr>
        </p:nvGraphicFramePr>
        <p:xfrm>
          <a:off x="382340" y="948380"/>
          <a:ext cx="10947744" cy="21338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2870">
                  <a:extLst>
                    <a:ext uri="{9D8B030D-6E8A-4147-A177-3AD203B41FA5}">
                      <a16:colId xmlns:a16="http://schemas.microsoft.com/office/drawing/2014/main" val="1291391315"/>
                    </a:ext>
                  </a:extLst>
                </a:gridCol>
                <a:gridCol w="2176558">
                  <a:extLst>
                    <a:ext uri="{9D8B030D-6E8A-4147-A177-3AD203B41FA5}">
                      <a16:colId xmlns:a16="http://schemas.microsoft.com/office/drawing/2014/main" val="1534039368"/>
                    </a:ext>
                  </a:extLst>
                </a:gridCol>
                <a:gridCol w="1943487">
                  <a:extLst>
                    <a:ext uri="{9D8B030D-6E8A-4147-A177-3AD203B41FA5}">
                      <a16:colId xmlns:a16="http://schemas.microsoft.com/office/drawing/2014/main" val="3585984136"/>
                    </a:ext>
                  </a:extLst>
                </a:gridCol>
                <a:gridCol w="1584690">
                  <a:extLst>
                    <a:ext uri="{9D8B030D-6E8A-4147-A177-3AD203B41FA5}">
                      <a16:colId xmlns:a16="http://schemas.microsoft.com/office/drawing/2014/main" val="1935723819"/>
                    </a:ext>
                  </a:extLst>
                </a:gridCol>
                <a:gridCol w="10984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81668">
                  <a:extLst>
                    <a:ext uri="{9D8B030D-6E8A-4147-A177-3AD203B41FA5}">
                      <a16:colId xmlns:a16="http://schemas.microsoft.com/office/drawing/2014/main" val="3217093848"/>
                    </a:ext>
                  </a:extLst>
                </a:gridCol>
              </a:tblGrid>
              <a:tr h="400304"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이전 대상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이전 방식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도구</a:t>
                      </a:r>
                      <a:r>
                        <a:rPr lang="en-US" altLang="ko-KR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방법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0570" rtl="0" eaLnBrk="1" latinLnBrk="1" hangingPunct="1"/>
                      <a:r>
                        <a:rPr lang="en-US" altLang="ko-KR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자료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0570" rtl="0" eaLnBrk="1" latinLnBrk="1" hangingPunct="1"/>
                      <a:r>
                        <a:rPr lang="ko-KR" altLang="en-US" sz="14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27127"/>
                  </a:ext>
                </a:extLst>
              </a:tr>
              <a:tr h="34671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DB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설정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DB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계정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권한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환경설정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수동 이관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cp, </a:t>
                      </a:r>
                      <a:r>
                        <a:rPr lang="en-US" altLang="ko-KR" sz="1000" kern="1200" dirty="0" err="1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scp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 err="1">
                          <a:ln>
                            <a:solidFill>
                              <a:schemeClr val="bg1">
                                <a:lumMod val="8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my.cnf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연결 설정</a:t>
                      </a:r>
                      <a:r>
                        <a:rPr lang="en-US" altLang="ko-KR" sz="1000" dirty="0">
                          <a:latin typeface="SUIT SemiBold"/>
                        </a:rPr>
                        <a:t>(</a:t>
                      </a:r>
                      <a:r>
                        <a:rPr lang="en-US" altLang="ko-KR" sz="1000" dirty="0" err="1">
                          <a:latin typeface="SUIT SemiBold"/>
                        </a:rPr>
                        <a:t>my.cnf</a:t>
                      </a:r>
                      <a:r>
                        <a:rPr lang="en-US" altLang="ko-KR" sz="1000" dirty="0">
                          <a:latin typeface="SUIT SemiBold"/>
                        </a:rPr>
                        <a:t>), </a:t>
                      </a:r>
                      <a:r>
                        <a:rPr lang="ko-KR" altLang="en-US" sz="1000" dirty="0">
                          <a:latin typeface="SUIT SemiBold"/>
                        </a:rPr>
                        <a:t>포트 등 포함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814787"/>
                  </a:ext>
                </a:extLst>
              </a:tr>
              <a:tr h="34671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Application (java)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WAR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파일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설정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(server.xml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배포 또는 복사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SUIT SemiBold"/>
                        </a:rPr>
                        <a:t>omcat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배포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SUIT SemiBold"/>
                        </a:rPr>
                        <a:t>scp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/>
                        </a:rPr>
                        <a:t>context path, DB </a:t>
                      </a:r>
                      <a:r>
                        <a:rPr lang="ko-KR" altLang="en-US" sz="1000" dirty="0">
                          <a:latin typeface="SUIT SemiBold"/>
                        </a:rPr>
                        <a:t>연동 설정 확인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134665"/>
                  </a:ext>
                </a:extLst>
              </a:tr>
              <a:tr h="34671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Web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서버 설정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Apache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설정파일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SUIT SemiBold"/>
                        </a:rPr>
                        <a:t>httpd.conf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파일 복사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SUIT SemiBold"/>
                        </a:rPr>
                        <a:t>rsync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SUIT SemiBold"/>
                        </a:rPr>
                        <a:t>scp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SUIT SemiBold"/>
                        </a:rPr>
                        <a:t>가상호스트</a:t>
                      </a:r>
                      <a:r>
                        <a:rPr lang="en-US" altLang="ko-KR" sz="1000" dirty="0">
                          <a:latin typeface="SUIT SemiBold"/>
                        </a:rPr>
                        <a:t>, </a:t>
                      </a:r>
                      <a:r>
                        <a:rPr lang="ko-KR" altLang="en-US" sz="1000" dirty="0" err="1">
                          <a:latin typeface="SUIT SemiBold"/>
                        </a:rPr>
                        <a:t>리버스프록시</a:t>
                      </a:r>
                      <a:r>
                        <a:rPr lang="ko-KR" altLang="en-US" sz="1000" dirty="0">
                          <a:latin typeface="SUIT SemiBold"/>
                        </a:rPr>
                        <a:t> 설정 포함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299029"/>
                  </a:ext>
                </a:extLst>
              </a:tr>
              <a:tr h="34671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데이터 이전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전체 백업 </a:t>
                      </a:r>
                      <a:r>
                        <a:rPr lang="en-US" altLang="ko-KR" sz="1000" dirty="0">
                          <a:latin typeface="SUIT SemiBold"/>
                        </a:rPr>
                        <a:t>(DB + </a:t>
                      </a:r>
                      <a:r>
                        <a:rPr lang="ko-KR" altLang="en-US" sz="1000" dirty="0">
                          <a:latin typeface="SUIT SemiBold"/>
                        </a:rPr>
                        <a:t>설정 </a:t>
                      </a:r>
                      <a:r>
                        <a:rPr lang="en-US" altLang="ko-KR" sz="1000" dirty="0">
                          <a:latin typeface="SUIT SemiBold"/>
                        </a:rPr>
                        <a:t>+ </a:t>
                      </a:r>
                      <a:r>
                        <a:rPr lang="ko-KR" altLang="en-US" sz="1000" dirty="0">
                          <a:latin typeface="SUIT SemiBold"/>
                        </a:rPr>
                        <a:t>소스</a:t>
                      </a:r>
                      <a:r>
                        <a:rPr lang="en-US" altLang="ko-KR" sz="1000" dirty="0">
                          <a:latin typeface="SUIT SemiBold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마이그레이션 전 전체 백업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/>
                        </a:rPr>
                        <a:t>tar, </a:t>
                      </a:r>
                      <a:r>
                        <a:rPr lang="en-US" altLang="ko-KR" sz="1000" dirty="0" err="1">
                          <a:latin typeface="SUIT SemiBold"/>
                        </a:rPr>
                        <a:t>mysqldump</a:t>
                      </a:r>
                      <a:r>
                        <a:rPr lang="en-US" altLang="ko-KR" sz="1000" dirty="0">
                          <a:latin typeface="SUIT SemiBold"/>
                        </a:rPr>
                        <a:t>, </a:t>
                      </a:r>
                      <a:r>
                        <a:rPr lang="en-US" altLang="ko-KR" sz="1000" dirty="0" err="1">
                          <a:latin typeface="SUIT SemiBold"/>
                        </a:rPr>
                        <a:t>rsync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복구 가능하도록 구성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62002"/>
                  </a:ext>
                </a:extLst>
              </a:tr>
              <a:tr h="34671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검증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서비스 기동</a:t>
                      </a:r>
                      <a:r>
                        <a:rPr lang="en-US" altLang="ko-KR" sz="1000" dirty="0">
                          <a:latin typeface="SUIT SemiBold"/>
                        </a:rPr>
                        <a:t>, DB </a:t>
                      </a:r>
                      <a:r>
                        <a:rPr lang="ko-KR" altLang="en-US" sz="1000" dirty="0">
                          <a:latin typeface="SUIT SemiBold"/>
                        </a:rPr>
                        <a:t>정합성</a:t>
                      </a:r>
                      <a:r>
                        <a:rPr lang="en-US" altLang="ko-KR" sz="1000" dirty="0">
                          <a:latin typeface="SUIT SemiBold"/>
                        </a:rPr>
                        <a:t>, </a:t>
                      </a:r>
                      <a:r>
                        <a:rPr lang="ko-KR" altLang="en-US" sz="1000" dirty="0">
                          <a:latin typeface="SUIT SemiBold"/>
                        </a:rPr>
                        <a:t>로그 확인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점검 항목별 테스트 수행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/>
                        </a:rPr>
                        <a:t>curl, SQL, </a:t>
                      </a:r>
                      <a:r>
                        <a:rPr lang="ko-KR" altLang="en-US" sz="1000" dirty="0" err="1">
                          <a:latin typeface="SUIT SemiBold"/>
                        </a:rPr>
                        <a:t>웹접속</a:t>
                      </a:r>
                      <a:r>
                        <a:rPr lang="ko-KR" altLang="en-US" sz="1000" dirty="0">
                          <a:latin typeface="SUIT SemiBold"/>
                        </a:rPr>
                        <a:t> 등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테스트 시나리오 기반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64890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04089D-38DF-8148-DB3F-8CFE521B6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423067"/>
              </p:ext>
            </p:extLst>
          </p:nvPr>
        </p:nvGraphicFramePr>
        <p:xfrm>
          <a:off x="370112" y="3301758"/>
          <a:ext cx="10959972" cy="27624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05283">
                  <a:extLst>
                    <a:ext uri="{9D8B030D-6E8A-4147-A177-3AD203B41FA5}">
                      <a16:colId xmlns:a16="http://schemas.microsoft.com/office/drawing/2014/main" val="716488935"/>
                    </a:ext>
                  </a:extLst>
                </a:gridCol>
                <a:gridCol w="2750964">
                  <a:extLst>
                    <a:ext uri="{9D8B030D-6E8A-4147-A177-3AD203B41FA5}">
                      <a16:colId xmlns:a16="http://schemas.microsoft.com/office/drawing/2014/main" val="1325379459"/>
                    </a:ext>
                  </a:extLst>
                </a:gridCol>
                <a:gridCol w="2275906">
                  <a:extLst>
                    <a:ext uri="{9D8B030D-6E8A-4147-A177-3AD203B41FA5}">
                      <a16:colId xmlns:a16="http://schemas.microsoft.com/office/drawing/2014/main" val="1116903822"/>
                    </a:ext>
                  </a:extLst>
                </a:gridCol>
                <a:gridCol w="1321186">
                  <a:extLst>
                    <a:ext uri="{9D8B030D-6E8A-4147-A177-3AD203B41FA5}">
                      <a16:colId xmlns:a16="http://schemas.microsoft.com/office/drawing/2014/main" val="2973538070"/>
                    </a:ext>
                  </a:extLst>
                </a:gridCol>
                <a:gridCol w="3206633">
                  <a:extLst>
                    <a:ext uri="{9D8B030D-6E8A-4147-A177-3AD203B41FA5}">
                      <a16:colId xmlns:a16="http://schemas.microsoft.com/office/drawing/2014/main" val="1017371879"/>
                    </a:ext>
                  </a:extLst>
                </a:gridCol>
              </a:tblGrid>
              <a:tr h="445781"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No.</a:t>
                      </a:r>
                      <a:endParaRPr lang="ko-KR" altLang="en-US" sz="16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체크 항목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담당자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완료 여부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0570" rtl="0" eaLnBrk="1" latinLnBrk="1" hangingPunct="1"/>
                      <a:r>
                        <a:rPr lang="ko-KR" altLang="en-US" sz="1600" b="1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SUIT SemiBold"/>
                          <a:ea typeface="KT서체 Medium" panose="020B0600000101010101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15004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1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/>
                        </a:rPr>
                        <a:t>MySQL </a:t>
                      </a:r>
                      <a:r>
                        <a:rPr lang="ko-KR" altLang="en-US" sz="1000" dirty="0">
                          <a:latin typeface="SUIT SemiBold"/>
                        </a:rPr>
                        <a:t>백업 및 복원 스크립트 검증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/>
                        </a:rPr>
                        <a:t>DBA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90185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2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/>
                        </a:rPr>
                        <a:t>Tomcat </a:t>
                      </a:r>
                      <a:r>
                        <a:rPr lang="ko-KR" altLang="en-US" sz="1000" dirty="0">
                          <a:latin typeface="SUIT SemiBold"/>
                        </a:rPr>
                        <a:t>배포 파일 및 </a:t>
                      </a:r>
                      <a:r>
                        <a:rPr lang="en-US" altLang="ko-KR" sz="1000" dirty="0">
                          <a:latin typeface="SUIT SemiBold"/>
                        </a:rPr>
                        <a:t>context </a:t>
                      </a:r>
                      <a:r>
                        <a:rPr lang="ko-KR" altLang="en-US" sz="1000" dirty="0">
                          <a:latin typeface="SUIT SemiBold"/>
                        </a:rPr>
                        <a:t>설정 확인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개발 담당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390375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3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/>
                        </a:rPr>
                        <a:t>Apache </a:t>
                      </a:r>
                      <a:r>
                        <a:rPr lang="ko-KR" altLang="en-US" sz="1000" dirty="0" err="1">
                          <a:latin typeface="SUIT SemiBold"/>
                        </a:rPr>
                        <a:t>가상호스트</a:t>
                      </a:r>
                      <a:r>
                        <a:rPr lang="ko-KR" altLang="en-US" sz="1000" dirty="0">
                          <a:latin typeface="SUIT SemiBold"/>
                        </a:rPr>
                        <a:t> 및 </a:t>
                      </a:r>
                      <a:r>
                        <a:rPr lang="en-US" altLang="ko-KR" sz="1000" dirty="0">
                          <a:latin typeface="SUIT SemiBold"/>
                        </a:rPr>
                        <a:t>SSL </a:t>
                      </a:r>
                      <a:r>
                        <a:rPr lang="ko-KR" altLang="en-US" sz="1000" dirty="0">
                          <a:latin typeface="SUIT SemiBold"/>
                        </a:rPr>
                        <a:t>설정 확인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인프라 담당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682272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4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로그 파일 이관 여부 결정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운영 담당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515991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5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포트 충돌 </a:t>
                      </a:r>
                      <a:r>
                        <a:rPr lang="en-US" altLang="ko-KR" sz="1000" dirty="0">
                          <a:latin typeface="SUIT SemiBold"/>
                        </a:rPr>
                        <a:t>/ </a:t>
                      </a:r>
                      <a:r>
                        <a:rPr lang="ko-KR" altLang="en-US" sz="1000" dirty="0">
                          <a:latin typeface="SUIT SemiBold"/>
                        </a:rPr>
                        <a:t>방화벽 설정 확인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인프라 담당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451742"/>
                  </a:ext>
                </a:extLst>
              </a:tr>
              <a:tr h="38610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SUIT SemiBold"/>
                        </a:rPr>
                        <a:t>6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마이그레이션 후 테스트 시나리오 수행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/>
                        </a:rPr>
                        <a:t>QA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582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E479D4-39DE-89EE-E2FF-A1286E5BC4E6}"/>
              </a:ext>
            </a:extLst>
          </p:cNvPr>
          <p:cNvSpPr txBox="1"/>
          <p:nvPr/>
        </p:nvSpPr>
        <p:spPr>
          <a:xfrm>
            <a:off x="122816" y="174903"/>
            <a:ext cx="906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SUIT" panose="02000903000000020004" pitchFamily="50" charset="-127"/>
              </a:rPr>
              <a:t>07.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수동 절차 기반 마이그레이션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(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예시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</a:rPr>
              <a:t>)</a:t>
            </a:r>
            <a:endParaRPr lang="ko-KR" altLang="en-US" sz="2800" dirty="0">
              <a:solidFill>
                <a:srgbClr val="1C1C1B"/>
              </a:solidFill>
              <a:latin typeface="SUIT ExtraBold" pitchFamily="2" charset="-127"/>
              <a:ea typeface="SUIT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2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4779-6098-3F96-339B-32D174A6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7D6D7C-7720-6AC9-B925-001515AE6F81}"/>
              </a:ext>
            </a:extLst>
          </p:cNvPr>
          <p:cNvSpPr/>
          <p:nvPr/>
        </p:nvSpPr>
        <p:spPr>
          <a:xfrm rot="5400000">
            <a:off x="6136197" y="-5986120"/>
            <a:ext cx="72000" cy="12039601"/>
          </a:xfrm>
          <a:prstGeom prst="rect">
            <a:avLst/>
          </a:prstGeom>
          <a:solidFill>
            <a:srgbClr val="D21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D2143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7758E1-11D1-D879-F32E-6F3CE13570FB}"/>
              </a:ext>
            </a:extLst>
          </p:cNvPr>
          <p:cNvSpPr/>
          <p:nvPr/>
        </p:nvSpPr>
        <p:spPr>
          <a:xfrm rot="5400000">
            <a:off x="334114" y="-334115"/>
            <a:ext cx="72000" cy="740229"/>
          </a:xfrm>
          <a:prstGeom prst="rect">
            <a:avLst/>
          </a:prstGeom>
          <a:solidFill>
            <a:srgbClr val="1C1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12">
            <a:extLst>
              <a:ext uri="{FF2B5EF4-FFF2-40B4-BE49-F238E27FC236}">
                <a16:creationId xmlns:a16="http://schemas.microsoft.com/office/drawing/2014/main" id="{77738E54-8D3D-0A95-E6A2-78339877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144" y="289161"/>
            <a:ext cx="1368000" cy="258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86E730-B0E6-922C-D5F2-E70827CD7370}"/>
              </a:ext>
            </a:extLst>
          </p:cNvPr>
          <p:cNvSpPr txBox="1"/>
          <p:nvPr/>
        </p:nvSpPr>
        <p:spPr>
          <a:xfrm>
            <a:off x="204359" y="6489069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9D9D9C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CONB Business Project</a:t>
            </a:r>
            <a:endParaRPr lang="ko-KR" altLang="en-US" sz="1000" dirty="0">
              <a:solidFill>
                <a:srgbClr val="9D9D9C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04089D-38DF-8148-DB3F-8CFE521B6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51858"/>
              </p:ext>
            </p:extLst>
          </p:nvPr>
        </p:nvGraphicFramePr>
        <p:xfrm>
          <a:off x="370114" y="1084945"/>
          <a:ext cx="11120272" cy="491041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4799">
                  <a:extLst>
                    <a:ext uri="{9D8B030D-6E8A-4147-A177-3AD203B41FA5}">
                      <a16:colId xmlns:a16="http://schemas.microsoft.com/office/drawing/2014/main" val="716488935"/>
                    </a:ext>
                  </a:extLst>
                </a:gridCol>
                <a:gridCol w="2189906">
                  <a:extLst>
                    <a:ext uri="{9D8B030D-6E8A-4147-A177-3AD203B41FA5}">
                      <a16:colId xmlns:a16="http://schemas.microsoft.com/office/drawing/2014/main" val="1325379459"/>
                    </a:ext>
                  </a:extLst>
                </a:gridCol>
                <a:gridCol w="2154592">
                  <a:extLst>
                    <a:ext uri="{9D8B030D-6E8A-4147-A177-3AD203B41FA5}">
                      <a16:colId xmlns:a16="http://schemas.microsoft.com/office/drawing/2014/main" val="1116903822"/>
                    </a:ext>
                  </a:extLst>
                </a:gridCol>
                <a:gridCol w="3114977">
                  <a:extLst>
                    <a:ext uri="{9D8B030D-6E8A-4147-A177-3AD203B41FA5}">
                      <a16:colId xmlns:a16="http://schemas.microsoft.com/office/drawing/2014/main" val="2744851478"/>
                    </a:ext>
                  </a:extLst>
                </a:gridCol>
                <a:gridCol w="1915998">
                  <a:extLst>
                    <a:ext uri="{9D8B030D-6E8A-4147-A177-3AD203B41FA5}">
                      <a16:colId xmlns:a16="http://schemas.microsoft.com/office/drawing/2014/main" val="2973538070"/>
                    </a:ext>
                  </a:extLst>
                </a:gridCol>
              </a:tblGrid>
              <a:tr h="558301"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SUIT SemiBold"/>
                        </a:rPr>
                        <a:t>항목</a:t>
                      </a:r>
                      <a:endParaRPr lang="ko-KR" altLang="en-US" sz="11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SUIT SemiBold"/>
                        </a:rPr>
                        <a:t>이전 전 </a:t>
                      </a:r>
                      <a:r>
                        <a:rPr lang="en-US" altLang="ko-KR" sz="1100" dirty="0">
                          <a:latin typeface="SUIT SemiBold"/>
                        </a:rPr>
                        <a:t>(NHN </a:t>
                      </a:r>
                      <a:r>
                        <a:rPr lang="ko-KR" altLang="en-US" sz="1100" dirty="0">
                          <a:latin typeface="SUIT SemiBold"/>
                        </a:rPr>
                        <a:t>서버</a:t>
                      </a:r>
                      <a:r>
                        <a:rPr lang="en-US" altLang="ko-KR" sz="1100" dirty="0">
                          <a:latin typeface="SUIT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SUIT SemiBold"/>
                        </a:rPr>
                        <a:t>이전 후 </a:t>
                      </a:r>
                      <a:r>
                        <a:rPr lang="en-US" altLang="ko-KR" sz="1100" dirty="0">
                          <a:latin typeface="SUIT SemiBold"/>
                        </a:rPr>
                        <a:t>(Azure </a:t>
                      </a:r>
                      <a:r>
                        <a:rPr lang="ko-KR" altLang="en-US" sz="1100" dirty="0">
                          <a:latin typeface="SUIT SemiBold"/>
                        </a:rPr>
                        <a:t>서버</a:t>
                      </a:r>
                      <a:r>
                        <a:rPr lang="en-US" altLang="ko-KR" sz="1100" dirty="0">
                          <a:latin typeface="SUIT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SUIT SemiBold"/>
                        </a:rPr>
                        <a:t>비고</a:t>
                      </a:r>
                      <a:endParaRPr lang="ko-KR" altLang="en-US" sz="11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SUIT SemiBold"/>
                        </a:rPr>
                        <a:t>완료 여부</a:t>
                      </a:r>
                      <a:endParaRPr lang="ko-KR" altLang="en-US" sz="11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15004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서버 호스트명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old-server.example.com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new-server.example.com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실제 도메인에 맞게 수정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90185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IP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주소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192.168.0.10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192.168.1.20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내부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/</a:t>
                      </a:r>
                      <a:r>
                        <a:rPr lang="ko-KR" altLang="en-US" sz="1000" dirty="0" err="1">
                          <a:latin typeface="SUIT SemiBold" pitchFamily="2" charset="-127"/>
                          <a:ea typeface="SUIT SemiBold" pitchFamily="2" charset="-127"/>
                        </a:rPr>
                        <a:t>외부망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 구분 필요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390375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운영체제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(OS)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CentOS 7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Rocky Linux 9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OS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업그레이드 적용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682272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웹 서버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Apache 2.4.6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Apache 2.4.6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설정 재적용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, SSL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포함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515991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애플리케이션 서버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Tomcat 8.5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Tomcat 8.5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WAR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파일 </a:t>
                      </a:r>
                      <a:r>
                        <a:rPr lang="ko-KR" altLang="en-US" sz="1000" dirty="0" err="1">
                          <a:latin typeface="SUIT SemiBold" pitchFamily="2" charset="-127"/>
                          <a:ea typeface="SUIT SemiBold" pitchFamily="2" charset="-127"/>
                        </a:rPr>
                        <a:t>재배포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451742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DB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서버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MySQL 5.7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MySQL 5.7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dump → import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수행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58285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데이터 이전 방식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latin typeface="SUIT SemiBold" pitchFamily="2" charset="-127"/>
                          <a:ea typeface="SUIT SemiBold" pitchFamily="2" charset="-127"/>
                        </a:rPr>
                        <a:t>mysqldump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 + </a:t>
                      </a:r>
                      <a:r>
                        <a:rPr lang="en-US" altLang="ko-KR" sz="1000" dirty="0" err="1">
                          <a:latin typeface="SUIT SemiBold" pitchFamily="2" charset="-127"/>
                          <a:ea typeface="SUIT SemiBold" pitchFamily="2" charset="-127"/>
                        </a:rPr>
                        <a:t>rsync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latin typeface="SUIT SemiBold" pitchFamily="2" charset="-127"/>
                          <a:ea typeface="SUIT SemiBold" pitchFamily="2" charset="-127"/>
                        </a:rPr>
                        <a:t>무중단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 이전 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오프라인 가능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497831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로그 이관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일부 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필수 로그만 이관</a:t>
                      </a: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)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/var/log </a:t>
                      </a: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에 통합 관리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로그 보존 정책 적용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226972"/>
                  </a:ext>
                </a:extLst>
              </a:tr>
              <a:tr h="483568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서비스 오픈일자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2025-09-08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SUIT SemiBold" pitchFamily="2" charset="-127"/>
                          <a:ea typeface="SUIT SemiBold" pitchFamily="2" charset="-127"/>
                        </a:rPr>
                        <a:t>2025-09-09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latin typeface="SUIT SemiBold" pitchFamily="2" charset="-127"/>
                          <a:ea typeface="SUIT SemiBold" pitchFamily="2" charset="-127"/>
                        </a:rPr>
                        <a:t>이전 후 검증 완료 후 오픈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 pitchFamily="2" charset="-127"/>
                        <a:ea typeface="SUIT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SUIT SemiBold"/>
                        </a:rPr>
                        <a:t>⬜</a:t>
                      </a:r>
                      <a:endParaRPr lang="ko-KR" altLang="en-US" sz="1000" kern="12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SUIT SemiBold"/>
                        <a:ea typeface="KT서체 Medium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3357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A71537-50EF-8510-9182-F4686FD0DFDE}"/>
              </a:ext>
            </a:extLst>
          </p:cNvPr>
          <p:cNvSpPr txBox="1"/>
          <p:nvPr/>
        </p:nvSpPr>
        <p:spPr>
          <a:xfrm>
            <a:off x="122815" y="174903"/>
            <a:ext cx="7845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D21430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08. 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마이그레이션 체크리스트 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예시</a:t>
            </a:r>
            <a:r>
              <a:rPr lang="en-US" altLang="ko-KR" sz="2800" dirty="0">
                <a:solidFill>
                  <a:srgbClr val="1C1C1B"/>
                </a:solidFill>
                <a:latin typeface="SUIT ExtraBold" pitchFamily="2" charset="-127"/>
                <a:ea typeface="SUIT ExtraBold" pitchFamily="2" charset="-127"/>
                <a:cs typeface="Pretendard Black" panose="02000A03000000020004" pitchFamily="2" charset="-127"/>
              </a:rPr>
              <a:t>)</a:t>
            </a:r>
            <a:endParaRPr lang="ko-KR" altLang="en-US" sz="2800" dirty="0">
              <a:solidFill>
                <a:srgbClr val="D21430"/>
              </a:solidFill>
              <a:latin typeface="SUIT ExtraBold" pitchFamily="2" charset="-127"/>
              <a:ea typeface="SUIT ExtraBold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4961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6B84-3A32-9530-3D3C-D6B1891B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FE3277CA-18EB-C8F2-C860-B17C30B18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9937"/>
            <a:ext cx="12201278" cy="5890272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ECD5186F-178E-4F9F-F973-FAAFBB2BC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163763"/>
            <a:ext cx="5749038" cy="270319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8E9A6B04-7FF5-62E5-2A32-895440DEBB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06975" y="6195723"/>
            <a:ext cx="1438182" cy="2720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9C65C32-ED02-38E8-80A2-E0B2B5291E3F}"/>
              </a:ext>
            </a:extLst>
          </p:cNvPr>
          <p:cNvSpPr txBox="1"/>
          <p:nvPr/>
        </p:nvSpPr>
        <p:spPr>
          <a:xfrm>
            <a:off x="3552521" y="3025859"/>
            <a:ext cx="81926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000" dirty="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감사합니다</a:t>
            </a:r>
            <a:r>
              <a:rPr lang="en-US" altLang="ko-KR" sz="3000" dirty="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.</a:t>
            </a:r>
            <a:endParaRPr lang="ko-KR" altLang="en-US" sz="3000" dirty="0">
              <a:solidFill>
                <a:schemeClr val="bg1"/>
              </a:solidFill>
              <a:latin typeface="Proxima Nova Bold" panose="02000506030000020004" pitchFamily="2" charset="0"/>
              <a:ea typeface="SUIT" panose="02000703000000020004" pitchFamily="50" charset="-127"/>
              <a:cs typeface="SUIT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F383F-15A8-8416-2BAC-D428B0793CFD}"/>
              </a:ext>
            </a:extLst>
          </p:cNvPr>
          <p:cNvSpPr txBox="1"/>
          <p:nvPr/>
        </p:nvSpPr>
        <p:spPr>
          <a:xfrm>
            <a:off x="5612524" y="2521619"/>
            <a:ext cx="61326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000" dirty="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CONB Business Project</a:t>
            </a:r>
            <a:endParaRPr lang="ko-KR" altLang="en-US" sz="3000" dirty="0">
              <a:solidFill>
                <a:schemeClr val="bg1"/>
              </a:solidFill>
              <a:latin typeface="Proxima Nova Bold" panose="02000506030000020004" pitchFamily="2" charset="0"/>
              <a:ea typeface="SUIT" panose="02000703000000020004" pitchFamily="50" charset="-127"/>
              <a:cs typeface="SUIT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AF22F-0FE4-C57A-C287-AF0DC7EC4D80}"/>
              </a:ext>
            </a:extLst>
          </p:cNvPr>
          <p:cNvSpPr txBox="1"/>
          <p:nvPr/>
        </p:nvSpPr>
        <p:spPr>
          <a:xfrm>
            <a:off x="1820597" y="6204293"/>
            <a:ext cx="3195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02-562-0694   </a:t>
            </a:r>
            <a:r>
              <a:rPr lang="en-US" altLang="ko-KR" sz="1600" dirty="0">
                <a:solidFill>
                  <a:srgbClr val="C6C6C6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l</a:t>
            </a:r>
            <a:r>
              <a:rPr lang="en-US" altLang="ko-KR" sz="1600" dirty="0">
                <a:solidFill>
                  <a:srgbClr val="1C1C1B"/>
                </a:solidFill>
                <a:latin typeface="Proxima Nova Rg" panose="02000506030000020004" pitchFamily="2" charset="0"/>
                <a:ea typeface="SUIT" panose="02000503000000020004" pitchFamily="50" charset="-127"/>
                <a:cs typeface="SUIT" panose="02000503000000020004" pitchFamily="50" charset="-127"/>
              </a:rPr>
              <a:t>   www.conb.co.kr</a:t>
            </a:r>
            <a:endParaRPr lang="ko-KR" altLang="en-US" sz="1600" dirty="0">
              <a:solidFill>
                <a:srgbClr val="1C1C1B"/>
              </a:solidFill>
              <a:latin typeface="Proxima Nova Rg" panose="02000506030000020004" pitchFamily="2" charset="0"/>
              <a:ea typeface="SUIT" panose="02000503000000020004" pitchFamily="50" charset="-127"/>
              <a:cs typeface="SUIT" panose="02000503000000020004" pitchFamily="50" charset="-127"/>
            </a:endParaRPr>
          </a:p>
        </p:txBody>
      </p:sp>
      <p:pic>
        <p:nvPicPr>
          <p:cNvPr id="12" name="그래픽 7">
            <a:extLst>
              <a:ext uri="{FF2B5EF4-FFF2-40B4-BE49-F238E27FC236}">
                <a16:creationId xmlns:a16="http://schemas.microsoft.com/office/drawing/2014/main" id="{D745F53D-E851-4372-866E-659CD4D2A7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757" y="6226525"/>
            <a:ext cx="1140389" cy="2752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98AB92-578B-9640-F3E2-1AF5D4220D43}"/>
              </a:ext>
            </a:extLst>
          </p:cNvPr>
          <p:cNvSpPr txBox="1"/>
          <p:nvPr/>
        </p:nvSpPr>
        <p:spPr>
          <a:xfrm>
            <a:off x="598236" y="6204504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Proxima Nova Bold" panose="02000506030000020004" pitchFamily="2" charset="0"/>
                <a:ea typeface="SUIT" panose="02000703000000020004" pitchFamily="50" charset="-127"/>
                <a:cs typeface="SUIT" panose="02000703000000020004" pitchFamily="50" charset="-127"/>
              </a:rPr>
              <a:t>CONTACT</a:t>
            </a:r>
            <a:endParaRPr lang="ko-KR" altLang="en-US" sz="1600" dirty="0">
              <a:solidFill>
                <a:schemeClr val="bg1"/>
              </a:solidFill>
              <a:latin typeface="Proxima Nova Bold" panose="02000506030000020004" pitchFamily="2" charset="0"/>
              <a:ea typeface="SUIT" panose="02000703000000020004" pitchFamily="50" charset="-127"/>
              <a:cs typeface="SUIT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138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SGLJm7EFT06SLy0sRieZmQ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eb632e7-e13e-43e0-bd89-f4a3695d508a" xsi:nil="true"/>
    <lcf76f155ced4ddcb4097134ff3c332f xmlns="a6848bff-dba4-462e-983f-2875c4f322e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41D7215589A604AA936BE5B46491C9E" ma:contentTypeVersion="15" ma:contentTypeDescription="새 문서를 만듭니다." ma:contentTypeScope="" ma:versionID="8c55486922f38a40723cfcc5bf285533">
  <xsd:schema xmlns:xsd="http://www.w3.org/2001/XMLSchema" xmlns:xs="http://www.w3.org/2001/XMLSchema" xmlns:p="http://schemas.microsoft.com/office/2006/metadata/properties" xmlns:ns2="a6848bff-dba4-462e-983f-2875c4f322e5" xmlns:ns3="eeb632e7-e13e-43e0-bd89-f4a3695d508a" targetNamespace="http://schemas.microsoft.com/office/2006/metadata/properties" ma:root="true" ma:fieldsID="7495ed1792bb940d5279021403fe6bb0" ns2:_="" ns3:_="">
    <xsd:import namespace="a6848bff-dba4-462e-983f-2875c4f322e5"/>
    <xsd:import namespace="eeb632e7-e13e-43e0-bd89-f4a3695d50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48bff-dba4-462e-983f-2875c4f322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32e48fca-739b-4f2d-aab8-2c1028ced8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632e7-e13e-43e0-bd89-f4a3695d508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627147e-9238-40f0-a53f-8cf38777e575}" ma:internalName="TaxCatchAll" ma:showField="CatchAllData" ma:web="eeb632e7-e13e-43e0-bd89-f4a3695d50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183AB4-A175-4932-B5C8-EEDCA5EB6674}">
  <ds:schemaRefs>
    <ds:schemaRef ds:uri="a6848bff-dba4-462e-983f-2875c4f322e5"/>
    <ds:schemaRef ds:uri="http://schemas.microsoft.com/office/2006/documentManagement/types"/>
    <ds:schemaRef ds:uri="http://purl.org/dc/terms/"/>
    <ds:schemaRef ds:uri="http://purl.org/dc/elements/1.1/"/>
    <ds:schemaRef ds:uri="eeb632e7-e13e-43e0-bd89-f4a3695d508a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700164D-FA02-4172-84D8-877A7E5F73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48bff-dba4-462e-983f-2875c4f322e5"/>
    <ds:schemaRef ds:uri="eeb632e7-e13e-43e0-bd89-f4a3695d50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E84B76-D041-45DD-B022-72FC682540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11821</TotalTime>
  <Words>2020</Words>
  <Application>Microsoft Office PowerPoint</Application>
  <PresentationFormat>와이드스크린</PresentationFormat>
  <Paragraphs>454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6" baseType="lpstr">
      <vt:lpstr>Trebuchet MS</vt:lpstr>
      <vt:lpstr>Noto Sans JP</vt:lpstr>
      <vt:lpstr>Proxima Nova Bold</vt:lpstr>
      <vt:lpstr>fkGroteskNeue</vt:lpstr>
      <vt:lpstr>Pretendard Black</vt:lpstr>
      <vt:lpstr>Proxima Nova Rg</vt:lpstr>
      <vt:lpstr>Pretendard ExtraBold</vt:lpstr>
      <vt:lpstr>Pretendard Medium</vt:lpstr>
      <vt:lpstr>Wingdings</vt:lpstr>
      <vt:lpstr>맑은 고딕</vt:lpstr>
      <vt:lpstr>SUIT SemiBold</vt:lpstr>
      <vt:lpstr>맑은 고딕</vt:lpstr>
      <vt:lpstr>SUIT ExtraBold</vt:lpstr>
      <vt:lpstr>Arial</vt:lpstr>
      <vt:lpstr>SUIT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 답</dc:creator>
  <cp:lastModifiedBy>이기복(콘텐츠브릿지)</cp:lastModifiedBy>
  <cp:revision>99</cp:revision>
  <dcterms:created xsi:type="dcterms:W3CDTF">2024-03-05T02:51:22Z</dcterms:created>
  <dcterms:modified xsi:type="dcterms:W3CDTF">2025-07-21T01:01:26Z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0x010100B41D7215589A604AA936BE5B46491C9E</vt:lpwstr>
  </property>
</Properties>
</file>